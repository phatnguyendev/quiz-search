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32" r:id="rId2"/>
  </p:sldMasterIdLst>
  <p:sldIdLst>
    <p:sldId id="261" r:id="rId3"/>
    <p:sldId id="262" r:id="rId4"/>
    <p:sldId id="263" r:id="rId5"/>
    <p:sldId id="264" r:id="rId6"/>
    <p:sldId id="265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6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ĐVT:</a:t>
            </a:r>
            <a:r>
              <a:rPr lang="en-US" baseline="0" dirty="0"/>
              <a:t> USD</a:t>
            </a:r>
            <a:endParaRPr lang="en-US" dirty="0"/>
          </a:p>
        </c:rich>
      </c:tx>
      <c:layout>
        <c:manualLayout>
          <c:xMode val="edge"/>
          <c:yMode val="edge"/>
          <c:x val="0.4064019000544094"/>
          <c:y val="1.2500070406113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Quý 1</c:v>
                </c:pt>
                <c:pt idx="1">
                  <c:v>Quý 2</c:v>
                </c:pt>
                <c:pt idx="2">
                  <c:v>Quý 3</c:v>
                </c:pt>
                <c:pt idx="3">
                  <c:v>Quý 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  <c:pt idx="3">
                  <c:v>867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4"/>
            <a:ext cx="7772400" cy="2387600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78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487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709742"/>
            <a:ext cx="7886700" cy="2852737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4589467"/>
            <a:ext cx="7886700" cy="1500187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02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9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65129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4"/>
            <a:ext cx="3868340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681164"/>
            <a:ext cx="3887391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1483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869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43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2" y="987429"/>
            <a:ext cx="4629151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82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2" y="987429"/>
            <a:ext cx="4629151" cy="4873625"/>
          </a:xfrm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5164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59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6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365126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2/1/2026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2801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1126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54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432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9103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6419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550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671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777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6945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80338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90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5DED5C-A84D-480A-A1E4-45CC1BC2F9C5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BA146-09C3-4A90-B3C0-05910C12E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0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2/1/2026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260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1</a:t>
            </a:r>
          </a:p>
        </p:txBody>
      </p:sp>
      <p:pic>
        <p:nvPicPr>
          <p:cNvPr id="6" name="Picture 5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299" y="1630432"/>
            <a:ext cx="5868617" cy="37265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471116"/>
      </p:ext>
    </p:extLst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336430" y="1492350"/>
            <a:ext cx="8505646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40617547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44903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89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TÌNH HÌNH KINH TẾ NĂM 2024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7016457"/>
              </p:ext>
            </p:extLst>
          </p:nvPr>
        </p:nvGraphicFramePr>
        <p:xfrm>
          <a:off x="1349787" y="1346179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06916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291120" y="1087432"/>
            <a:ext cx="8561760" cy="3837382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Wave1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2155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122</Words>
  <Application>Microsoft Office PowerPoint</Application>
  <PresentationFormat>On-screen Show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1_Office Theme</vt:lpstr>
      <vt:lpstr>3_Office Theme</vt:lpstr>
      <vt:lpstr>PowerPoint Presentation</vt:lpstr>
      <vt:lpstr>GIỚI THIỆU VỀ HÀ NỘI</vt:lpstr>
      <vt:lpstr>LỊCH SỬ PHÁT TRIỂN</vt:lpstr>
      <vt:lpstr>TÌNH HÌNH KINH TẾ NĂM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Administrator</cp:lastModifiedBy>
  <cp:revision>9</cp:revision>
  <dcterms:created xsi:type="dcterms:W3CDTF">2024-11-24T07:02:38Z</dcterms:created>
  <dcterms:modified xsi:type="dcterms:W3CDTF">2026-02-01T00:49:48Z</dcterms:modified>
</cp:coreProperties>
</file>