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7" r:id="rId2"/>
    <p:sldId id="256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4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0" d="100"/>
          <a:sy n="70" d="100"/>
        </p:scale>
        <p:origin x="2388" y="7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cap="all" spc="5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KINH TẾ XÃ HỘI NĂM 2022</a:t>
            </a:r>
          </a:p>
        </c:rich>
      </c:tx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cap="all" spc="5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27579926708926467"/>
          <c:y val="0.22734823041575228"/>
          <c:w val="0.43815880843801724"/>
          <c:h val="0.68140815015095113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40F-4F5C-AFD4-2B2F6C65F4D0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40F-4F5C-AFD4-2B2F6C65F4D0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40F-4F5C-AFD4-2B2F6C65F4D0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40F-4F5C-AFD4-2B2F6C65F4D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>
                <c15:layout/>
              </c:ext>
            </c:extLst>
          </c:dLbls>
          <c:cat>
            <c:strRef>
              <c:f>Sheet1!$A$2:$A$5</c:f>
              <c:strCache>
                <c:ptCount val="4"/>
                <c:pt idx="0">
                  <c:v>Quý 1</c:v>
                </c:pt>
                <c:pt idx="1">
                  <c:v>Quý 2</c:v>
                </c:pt>
                <c:pt idx="2">
                  <c:v>Quý 3</c:v>
                </c:pt>
                <c:pt idx="3">
                  <c:v>Quý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>20</c:v>
                </c:pt>
                <c:pt idx="2">
                  <c:v>29</c:v>
                </c:pt>
                <c:pt idx="3">
                  <c:v>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40F-4F5C-AFD4-2B2F6C65F4D0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t"/>
      <c:layout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A54F961-96B1-41D3-B58A-84B40238F35F}" type="doc">
      <dgm:prSet loTypeId="urn:microsoft.com/office/officeart/2005/8/layout/cycle3" loCatId="cycle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US"/>
        </a:p>
      </dgm:t>
    </dgm:pt>
    <dgm:pt modelId="{F3E05304-0E22-45D6-B054-FE02AA835B67}">
      <dgm:prSet phldrT="[Text]"/>
      <dgm:spPr/>
      <dgm:t>
        <a:bodyPr/>
        <a:lstStyle/>
        <a:p>
          <a:r>
            <a:rPr lang="en-US" b="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Thiên Mụ</a:t>
          </a:r>
          <a:endParaRPr lang="en-US" b="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375B4E19-B2B2-4B43-B8EE-68EF82E54420}" type="parTrans" cxnId="{AC0F6F73-30AD-49ED-B33D-C89E5C64F170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1B1F77C7-A4E3-436B-9F28-F5CB1D6E73D6}" type="sibTrans" cxnId="{AC0F6F73-30AD-49ED-B33D-C89E5C64F170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21663974-E89D-477E-BF62-2E9921249112}">
      <dgm:prSet phldrT="[Text]"/>
      <dgm:spPr/>
      <dgm:t>
        <a:bodyPr/>
        <a:lstStyle/>
        <a:p>
          <a:r>
            <a:rPr lang="en-US" b="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Huyền Không Sơn Thượng</a:t>
          </a:r>
          <a:endParaRPr lang="en-US" b="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05837FF2-2A75-424F-B413-BCFC4D1892F3}" type="parTrans" cxnId="{FFBC1862-A981-43E7-A992-0DB58FB6618B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8DB9D44B-F7ED-49D3-AFC4-3C9AA5435BDB}" type="sibTrans" cxnId="{FFBC1862-A981-43E7-A992-0DB58FB6618B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E1A29B7A-073B-4AE3-87B6-9A758DBEBEE0}">
      <dgm:prSet phldrT="[Text]"/>
      <dgm:spPr/>
      <dgm:t>
        <a:bodyPr/>
        <a:lstStyle/>
        <a:p>
          <a:r>
            <a:rPr lang="en-US" b="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Từ Đàm</a:t>
          </a:r>
          <a:endParaRPr lang="en-US" b="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49D2CB71-295A-4F58-8DFD-01049C4D8E6E}" type="parTrans" cxnId="{A2658E16-84F0-4BC2-9C5B-B203E8D48526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C0C0258A-A65B-4AC6-AD2C-815699E07C45}" type="sibTrans" cxnId="{A2658E16-84F0-4BC2-9C5B-B203E8D48526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311B1482-C8A4-4521-A55F-356C15948848}">
      <dgm:prSet phldrT="[Text]"/>
      <dgm:spPr/>
      <dgm:t>
        <a:bodyPr/>
        <a:lstStyle/>
        <a:p>
          <a:r>
            <a:rPr lang="en-US" b="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Đại Nội Huế</a:t>
          </a:r>
          <a:endParaRPr lang="en-US" b="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6D5DE4BE-6F7D-4EE0-921D-1D19FF99B974}" type="parTrans" cxnId="{B9A56D1F-8786-4E8E-9E4E-C562D8DD9D66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AA1EE897-1BCD-44F9-A771-1BA4A993F13C}" type="sibTrans" cxnId="{B9A56D1F-8786-4E8E-9E4E-C562D8DD9D66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0794E71D-B87D-439F-BD95-3E8136698860}">
      <dgm:prSet phldrT="[Text]"/>
      <dgm:spPr/>
      <dgm:t>
        <a:bodyPr/>
        <a:lstStyle/>
        <a:p>
          <a:r>
            <a:rPr lang="en-US" b="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Lăng Khải Định</a:t>
          </a:r>
          <a:endParaRPr lang="en-US" b="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01DD74CA-EE92-48F4-90FA-FB53E702C9AD}" type="parTrans" cxnId="{A7873794-5A4E-4048-A795-3BFB79EB62BB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66D1E8F8-7FFB-42B3-9095-1648F243FAA9}" type="sibTrans" cxnId="{A7873794-5A4E-4048-A795-3BFB79EB62BB}">
      <dgm:prSet/>
      <dgm:spPr/>
      <dgm:t>
        <a:bodyPr/>
        <a:lstStyle/>
        <a:p>
          <a:endParaRPr lang="en-US" b="0" cap="none" spc="0">
            <a:ln w="0"/>
            <a:solidFill>
              <a:schemeClr val="tx1"/>
            </a:solidFill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gm:t>
    </dgm:pt>
    <dgm:pt modelId="{73AE2C2B-FDB1-4557-900B-D0A90D8C184E}" type="pres">
      <dgm:prSet presAssocID="{9A54F961-96B1-41D3-B58A-84B40238F35F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n-US"/>
        </a:p>
      </dgm:t>
    </dgm:pt>
    <dgm:pt modelId="{7DD5B70F-67AA-455E-A571-8D2919FF2BB9}" type="pres">
      <dgm:prSet presAssocID="{9A54F961-96B1-41D3-B58A-84B40238F35F}" presName="cycle" presStyleCnt="0"/>
      <dgm:spPr/>
      <dgm:t>
        <a:bodyPr/>
        <a:lstStyle/>
        <a:p>
          <a:endParaRPr lang="en-US"/>
        </a:p>
      </dgm:t>
    </dgm:pt>
    <dgm:pt modelId="{CEC55E5C-A357-4152-958F-84A457BCD368}" type="pres">
      <dgm:prSet presAssocID="{F3E05304-0E22-45D6-B054-FE02AA835B67}" presName="nodeFirst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F72C38C-8D08-470D-A6F3-69C7BFCCB398}" type="pres">
      <dgm:prSet presAssocID="{1B1F77C7-A4E3-436B-9F28-F5CB1D6E73D6}" presName="sibTransFirstNode" presStyleLbl="bgShp" presStyleIdx="0" presStyleCnt="1"/>
      <dgm:spPr/>
      <dgm:t>
        <a:bodyPr/>
        <a:lstStyle/>
        <a:p>
          <a:endParaRPr lang="en-US"/>
        </a:p>
      </dgm:t>
    </dgm:pt>
    <dgm:pt modelId="{FB4B03EC-BC14-4234-AA4D-BED5130F96E7}" type="pres">
      <dgm:prSet presAssocID="{21663974-E89D-477E-BF62-2E9921249112}" presName="nodeFollowingNodes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2BB4BBA-E6F2-455D-A286-2D10A6A208B3}" type="pres">
      <dgm:prSet presAssocID="{E1A29B7A-073B-4AE3-87B6-9A758DBEBEE0}" presName="nodeFollowingNodes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CC13F6A-6A80-4123-A67E-BE51C018D6DC}" type="pres">
      <dgm:prSet presAssocID="{311B1482-C8A4-4521-A55F-356C15948848}" presName="nodeFollowingNodes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5674F03-F913-45F5-8CCD-693B42EEDA70}" type="pres">
      <dgm:prSet presAssocID="{0794E71D-B87D-439F-BD95-3E8136698860}" presName="nodeFollowingNodes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E1E045E4-95FC-49E2-B292-8E7734598C95}" type="presOf" srcId="{0794E71D-B87D-439F-BD95-3E8136698860}" destId="{E5674F03-F913-45F5-8CCD-693B42EEDA70}" srcOrd="0" destOrd="0" presId="urn:microsoft.com/office/officeart/2005/8/layout/cycle3"/>
    <dgm:cxn modelId="{A4FEEE03-8DCD-4455-B194-824DEEF8930A}" type="presOf" srcId="{9A54F961-96B1-41D3-B58A-84B40238F35F}" destId="{73AE2C2B-FDB1-4557-900B-D0A90D8C184E}" srcOrd="0" destOrd="0" presId="urn:microsoft.com/office/officeart/2005/8/layout/cycle3"/>
    <dgm:cxn modelId="{A2658E16-84F0-4BC2-9C5B-B203E8D48526}" srcId="{9A54F961-96B1-41D3-B58A-84B40238F35F}" destId="{E1A29B7A-073B-4AE3-87B6-9A758DBEBEE0}" srcOrd="2" destOrd="0" parTransId="{49D2CB71-295A-4F58-8DFD-01049C4D8E6E}" sibTransId="{C0C0258A-A65B-4AC6-AD2C-815699E07C45}"/>
    <dgm:cxn modelId="{FFBC1862-A981-43E7-A992-0DB58FB6618B}" srcId="{9A54F961-96B1-41D3-B58A-84B40238F35F}" destId="{21663974-E89D-477E-BF62-2E9921249112}" srcOrd="1" destOrd="0" parTransId="{05837FF2-2A75-424F-B413-BCFC4D1892F3}" sibTransId="{8DB9D44B-F7ED-49D3-AFC4-3C9AA5435BDB}"/>
    <dgm:cxn modelId="{9B277FBC-F71B-415A-B28B-F4D20D8DCD54}" type="presOf" srcId="{1B1F77C7-A4E3-436B-9F28-F5CB1D6E73D6}" destId="{3F72C38C-8D08-470D-A6F3-69C7BFCCB398}" srcOrd="0" destOrd="0" presId="urn:microsoft.com/office/officeart/2005/8/layout/cycle3"/>
    <dgm:cxn modelId="{D6048801-EC11-4A33-B215-2F2245A82A20}" type="presOf" srcId="{21663974-E89D-477E-BF62-2E9921249112}" destId="{FB4B03EC-BC14-4234-AA4D-BED5130F96E7}" srcOrd="0" destOrd="0" presId="urn:microsoft.com/office/officeart/2005/8/layout/cycle3"/>
    <dgm:cxn modelId="{0BB9B61C-9AE6-402D-8732-EAAE9972B51A}" type="presOf" srcId="{E1A29B7A-073B-4AE3-87B6-9A758DBEBEE0}" destId="{02BB4BBA-E6F2-455D-A286-2D10A6A208B3}" srcOrd="0" destOrd="0" presId="urn:microsoft.com/office/officeart/2005/8/layout/cycle3"/>
    <dgm:cxn modelId="{A7873794-5A4E-4048-A795-3BFB79EB62BB}" srcId="{9A54F961-96B1-41D3-B58A-84B40238F35F}" destId="{0794E71D-B87D-439F-BD95-3E8136698860}" srcOrd="4" destOrd="0" parTransId="{01DD74CA-EE92-48F4-90FA-FB53E702C9AD}" sibTransId="{66D1E8F8-7FFB-42B3-9095-1648F243FAA9}"/>
    <dgm:cxn modelId="{8AF0A2E5-5764-4D5E-A2F6-BF97F115C98A}" type="presOf" srcId="{F3E05304-0E22-45D6-B054-FE02AA835B67}" destId="{CEC55E5C-A357-4152-958F-84A457BCD368}" srcOrd="0" destOrd="0" presId="urn:microsoft.com/office/officeart/2005/8/layout/cycle3"/>
    <dgm:cxn modelId="{B9A56D1F-8786-4E8E-9E4E-C562D8DD9D66}" srcId="{9A54F961-96B1-41D3-B58A-84B40238F35F}" destId="{311B1482-C8A4-4521-A55F-356C15948848}" srcOrd="3" destOrd="0" parTransId="{6D5DE4BE-6F7D-4EE0-921D-1D19FF99B974}" sibTransId="{AA1EE897-1BCD-44F9-A771-1BA4A993F13C}"/>
    <dgm:cxn modelId="{AC0F6F73-30AD-49ED-B33D-C89E5C64F170}" srcId="{9A54F961-96B1-41D3-B58A-84B40238F35F}" destId="{F3E05304-0E22-45D6-B054-FE02AA835B67}" srcOrd="0" destOrd="0" parTransId="{375B4E19-B2B2-4B43-B8EE-68EF82E54420}" sibTransId="{1B1F77C7-A4E3-436B-9F28-F5CB1D6E73D6}"/>
    <dgm:cxn modelId="{AC279231-B1EF-4C4A-8172-86A66BFFC08B}" type="presOf" srcId="{311B1482-C8A4-4521-A55F-356C15948848}" destId="{ECC13F6A-6A80-4123-A67E-BE51C018D6DC}" srcOrd="0" destOrd="0" presId="urn:microsoft.com/office/officeart/2005/8/layout/cycle3"/>
    <dgm:cxn modelId="{0EE046F6-6704-4EE5-9409-C27F869D06FF}" type="presParOf" srcId="{73AE2C2B-FDB1-4557-900B-D0A90D8C184E}" destId="{7DD5B70F-67AA-455E-A571-8D2919FF2BB9}" srcOrd="0" destOrd="0" presId="urn:microsoft.com/office/officeart/2005/8/layout/cycle3"/>
    <dgm:cxn modelId="{7F6FD93C-9AC9-4937-8A60-F538B792D7F1}" type="presParOf" srcId="{7DD5B70F-67AA-455E-A571-8D2919FF2BB9}" destId="{CEC55E5C-A357-4152-958F-84A457BCD368}" srcOrd="0" destOrd="0" presId="urn:microsoft.com/office/officeart/2005/8/layout/cycle3"/>
    <dgm:cxn modelId="{9E7F1966-3DD8-46ED-8F76-6AE91AB6321D}" type="presParOf" srcId="{7DD5B70F-67AA-455E-A571-8D2919FF2BB9}" destId="{3F72C38C-8D08-470D-A6F3-69C7BFCCB398}" srcOrd="1" destOrd="0" presId="urn:microsoft.com/office/officeart/2005/8/layout/cycle3"/>
    <dgm:cxn modelId="{D5139B5C-4E61-4593-9E49-254812CC3BE3}" type="presParOf" srcId="{7DD5B70F-67AA-455E-A571-8D2919FF2BB9}" destId="{FB4B03EC-BC14-4234-AA4D-BED5130F96E7}" srcOrd="2" destOrd="0" presId="urn:microsoft.com/office/officeart/2005/8/layout/cycle3"/>
    <dgm:cxn modelId="{035347EF-033C-4D41-BEB3-FF244D031DE4}" type="presParOf" srcId="{7DD5B70F-67AA-455E-A571-8D2919FF2BB9}" destId="{02BB4BBA-E6F2-455D-A286-2D10A6A208B3}" srcOrd="3" destOrd="0" presId="urn:microsoft.com/office/officeart/2005/8/layout/cycle3"/>
    <dgm:cxn modelId="{7FD0FD3E-8ADA-4F5E-BB59-903C5A99F357}" type="presParOf" srcId="{7DD5B70F-67AA-455E-A571-8D2919FF2BB9}" destId="{ECC13F6A-6A80-4123-A67E-BE51C018D6DC}" srcOrd="4" destOrd="0" presId="urn:microsoft.com/office/officeart/2005/8/layout/cycle3"/>
    <dgm:cxn modelId="{53F14C0F-195C-4F28-A9D5-1D84EA803FCA}" type="presParOf" srcId="{7DD5B70F-67AA-455E-A571-8D2919FF2BB9}" destId="{E5674F03-F913-45F5-8CCD-693B42EEDA70}" srcOrd="5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72C38C-8D08-470D-A6F3-69C7BFCCB398}">
      <dsp:nvSpPr>
        <dsp:cNvPr id="0" name=""/>
        <dsp:cNvSpPr/>
      </dsp:nvSpPr>
      <dsp:spPr>
        <a:xfrm>
          <a:off x="1370984" y="-26530"/>
          <a:ext cx="4370030" cy="4370030"/>
        </a:xfrm>
        <a:prstGeom prst="circularArrow">
          <a:avLst>
            <a:gd name="adj1" fmla="val 5544"/>
            <a:gd name="adj2" fmla="val 330680"/>
            <a:gd name="adj3" fmla="val 13788769"/>
            <a:gd name="adj4" fmla="val 17378152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EC55E5C-A357-4152-958F-84A457BCD368}">
      <dsp:nvSpPr>
        <dsp:cNvPr id="0" name=""/>
        <dsp:cNvSpPr/>
      </dsp:nvSpPr>
      <dsp:spPr>
        <a:xfrm>
          <a:off x="2538511" y="216"/>
          <a:ext cx="2034976" cy="101748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Thiên Mụ</a:t>
          </a:r>
          <a:endParaRPr lang="en-US" sz="1800" b="0" kern="120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sp:txBody>
      <dsp:txXfrm>
        <a:off x="2588181" y="49886"/>
        <a:ext cx="1935636" cy="918148"/>
      </dsp:txXfrm>
    </dsp:sp>
    <dsp:sp modelId="{FB4B03EC-BC14-4234-AA4D-BED5130F96E7}">
      <dsp:nvSpPr>
        <dsp:cNvPr id="0" name=""/>
        <dsp:cNvSpPr/>
      </dsp:nvSpPr>
      <dsp:spPr>
        <a:xfrm>
          <a:off x="4310855" y="1287899"/>
          <a:ext cx="2034976" cy="101748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Huyền Không Sơn Thượng</a:t>
          </a:r>
          <a:endParaRPr lang="en-US" sz="1800" b="0" kern="120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sp:txBody>
      <dsp:txXfrm>
        <a:off x="4360525" y="1337569"/>
        <a:ext cx="1935636" cy="918148"/>
      </dsp:txXfrm>
    </dsp:sp>
    <dsp:sp modelId="{02BB4BBA-E6F2-455D-A286-2D10A6A208B3}">
      <dsp:nvSpPr>
        <dsp:cNvPr id="0" name=""/>
        <dsp:cNvSpPr/>
      </dsp:nvSpPr>
      <dsp:spPr>
        <a:xfrm>
          <a:off x="3633880" y="3371414"/>
          <a:ext cx="2034976" cy="101748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Chùa Từ Đàm</a:t>
          </a:r>
          <a:endParaRPr lang="en-US" sz="1800" b="0" kern="120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sp:txBody>
      <dsp:txXfrm>
        <a:off x="3683550" y="3421084"/>
        <a:ext cx="1935636" cy="918148"/>
      </dsp:txXfrm>
    </dsp:sp>
    <dsp:sp modelId="{ECC13F6A-6A80-4123-A67E-BE51C018D6DC}">
      <dsp:nvSpPr>
        <dsp:cNvPr id="0" name=""/>
        <dsp:cNvSpPr/>
      </dsp:nvSpPr>
      <dsp:spPr>
        <a:xfrm>
          <a:off x="1443143" y="3371414"/>
          <a:ext cx="2034976" cy="101748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Đại Nội Huế</a:t>
          </a:r>
          <a:endParaRPr lang="en-US" sz="1800" b="0" kern="120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sp:txBody>
      <dsp:txXfrm>
        <a:off x="1492813" y="3421084"/>
        <a:ext cx="1935636" cy="918148"/>
      </dsp:txXfrm>
    </dsp:sp>
    <dsp:sp modelId="{E5674F03-F913-45F5-8CCD-693B42EEDA70}">
      <dsp:nvSpPr>
        <dsp:cNvPr id="0" name=""/>
        <dsp:cNvSpPr/>
      </dsp:nvSpPr>
      <dsp:spPr>
        <a:xfrm>
          <a:off x="766167" y="1287899"/>
          <a:ext cx="2034976" cy="1017488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800" b="0" kern="1200" cap="none" spc="0" smtClean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rPr>
            <a:t>Lăng Khải Định</a:t>
          </a:r>
          <a:endParaRPr lang="en-US" sz="1800" b="0" kern="1200" cap="none" spc="0" dirty="0">
            <a:ln w="0"/>
            <a:effectLst>
              <a:outerShdw blurRad="38100" dist="19050" dir="2700000" algn="tl" rotWithShape="0">
                <a:schemeClr val="dk1">
                  <a:alpha val="40000"/>
                </a:schemeClr>
              </a:outerShdw>
            </a:effectLst>
          </a:endParaRPr>
        </a:p>
      </dsp:txBody>
      <dsp:txXfrm>
        <a:off x="815837" y="1337569"/>
        <a:ext cx="1935636" cy="91814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0B3371-FF3A-41D0-AE13-A0C2DA1F2257}" type="datetimeFigureOut">
              <a:rPr lang="en-US" smtClean="0"/>
              <a:t>24/08/2025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0B6DB4-D75B-437C-96CC-0850A6F763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5808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0B6DB4-D75B-437C-96CC-0850A6F7634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429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0B6DB4-D75B-437C-96CC-0850A6F7634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258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0B6DB4-D75B-437C-96CC-0850A6F7634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449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0B6DB4-D75B-437C-96CC-0850A6F7634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826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D0B6DB4-D75B-437C-96CC-0850A6F7634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5774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96400" y="6456327"/>
            <a:ext cx="2743200" cy="365125"/>
          </a:xfrm>
        </p:spPr>
        <p:txBody>
          <a:bodyPr/>
          <a:lstStyle>
            <a:lvl1pPr>
              <a:defRPr sz="2800">
                <a:solidFill>
                  <a:srgbClr val="FFFF00"/>
                </a:solidFill>
              </a:defRPr>
            </a:lvl1pPr>
          </a:lstStyle>
          <a:p>
            <a:r>
              <a:rPr lang="en-US" dirty="0" err="1" smtClean="0"/>
              <a:t>Silde</a:t>
            </a:r>
            <a:r>
              <a:rPr lang="en-US" dirty="0" smtClean="0"/>
              <a:t> </a:t>
            </a:r>
            <a:fld id="{ABF2E3EF-E85C-4B97-A58C-16AD9CF8BDE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8236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lide Number Placeholder 5"/>
          <p:cNvSpPr txBox="1">
            <a:spLocks/>
          </p:cNvSpPr>
          <p:nvPr userDrawn="1"/>
        </p:nvSpPr>
        <p:spPr>
          <a:xfrm>
            <a:off x="9296400" y="645632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Silde</a:t>
            </a:r>
            <a:r>
              <a:rPr lang="en-US" dirty="0" smtClean="0"/>
              <a:t> </a:t>
            </a:r>
            <a:fld id="{ABF2E3EF-E85C-4B97-A58C-16AD9CF8BDE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ounded Rectangle 8"/>
          <p:cNvSpPr/>
          <p:nvPr userDrawn="1"/>
        </p:nvSpPr>
        <p:spPr>
          <a:xfrm>
            <a:off x="0" y="0"/>
            <a:ext cx="12192000" cy="91440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1357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 userDrawn="1"/>
        </p:nvSpPr>
        <p:spPr>
          <a:xfrm>
            <a:off x="0" y="0"/>
            <a:ext cx="12192000" cy="91440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9296400" y="645632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Silde</a:t>
            </a:r>
            <a:r>
              <a:rPr lang="en-US" dirty="0" smtClean="0"/>
              <a:t> </a:t>
            </a:r>
            <a:fld id="{68B62944-BB4B-4F53-AC92-A4E8B64C94F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929692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672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46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061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86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773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042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78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728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88A30-A422-45FB-80C0-FE8274F0FF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999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137498" y="378198"/>
            <a:ext cx="591700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43000" endPos="56000" dist="38100" dir="5400000" sy="-90000" algn="bl" rotWithShape="0"/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THÀNH PHỐ HUẾ</a:t>
            </a:r>
            <a:endParaRPr lang="en-US" sz="5400" b="1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43000" endPos="56000" dist="38100" dir="5400000" sy="-90000" algn="bl" rotWithShape="0"/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>
            <a:hlinkClick r:id="rId3" action="ppaction://hlinksldjump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525" y="1571940"/>
            <a:ext cx="6630325" cy="4429743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/>
        </p:nvSpPr>
        <p:spPr>
          <a:xfrm>
            <a:off x="9329651" y="640742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Silde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1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8833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99754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 THIỆU VỀ TP HUẾ</a:t>
            </a:r>
            <a:endParaRPr lang="en-US" sz="4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47898" y="1795549"/>
            <a:ext cx="10496204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nguyễn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Thừa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là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phủ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Thời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Pháp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đổi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Thừa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Năm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1976,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thừa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sáp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nhập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với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Quảng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Bình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và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Quảng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Bình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Trị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342900" indent="-342900" algn="just"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Theo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Quyết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định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ngày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30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tháng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6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năm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1989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tại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kỳ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họp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thứ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5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của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Quốc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hội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khóa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VIII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nước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Cộng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hòa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Xã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hội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Chủ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nghĩa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Việt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Nam,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ba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này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lại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được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tách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ra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như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cũ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riêng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tỉnh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Thừa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sau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khi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tách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thì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mang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gọi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mới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Thừa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Thiên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 err="1" smtClean="0">
                <a:latin typeface="Arial" panose="020B0604020202020204" pitchFamily="34" charset="0"/>
                <a:cs typeface="Arial" panose="020B0604020202020204" pitchFamily="34" charset="0"/>
              </a:rPr>
              <a:t>Huế</a:t>
            </a:r>
            <a:r>
              <a:rPr lang="en-US" sz="28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lide Number Placeholder 5"/>
          <p:cNvSpPr txBox="1">
            <a:spLocks/>
          </p:cNvSpPr>
          <p:nvPr/>
        </p:nvSpPr>
        <p:spPr>
          <a:xfrm>
            <a:off x="9296400" y="640742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Silde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2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0266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99754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MỘT SỐ ĐỊA ĐIỂM DU LỊCH</a:t>
            </a:r>
            <a:endParaRPr lang="en-US" sz="4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lide Number Placeholder 5"/>
          <p:cNvSpPr txBox="1">
            <a:spLocks/>
          </p:cNvSpPr>
          <p:nvPr/>
        </p:nvSpPr>
        <p:spPr>
          <a:xfrm>
            <a:off x="9296400" y="640742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Silde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" name="Diagram 1"/>
          <p:cNvGraphicFramePr/>
          <p:nvPr>
            <p:extLst>
              <p:ext uri="{D42A27DB-BD31-4B8C-83A1-F6EECF244321}">
                <p14:modId xmlns:p14="http://schemas.microsoft.com/office/powerpoint/2010/main" val="3176699530"/>
              </p:ext>
            </p:extLst>
          </p:nvPr>
        </p:nvGraphicFramePr>
        <p:xfrm>
          <a:off x="2184400" y="1263534"/>
          <a:ext cx="711200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Left Arrow 2">
            <a:hlinkClick r:id="rId8" action="ppaction://hlinksldjump"/>
          </p:cNvPr>
          <p:cNvSpPr/>
          <p:nvPr/>
        </p:nvSpPr>
        <p:spPr>
          <a:xfrm>
            <a:off x="5253644" y="6389149"/>
            <a:ext cx="1197032" cy="401673"/>
          </a:xfrm>
          <a:prstGeom prst="leftArrow">
            <a:avLst/>
          </a:prstGeom>
          <a:solidFill>
            <a:srgbClr val="FFC000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688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2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99754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KINH TẾ XÃ HỘI NĂM 2023</a:t>
            </a:r>
            <a:endParaRPr lang="en-US" sz="4800" b="1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Slide Number Placeholder 5"/>
          <p:cNvSpPr txBox="1">
            <a:spLocks/>
          </p:cNvSpPr>
          <p:nvPr/>
        </p:nvSpPr>
        <p:spPr>
          <a:xfrm>
            <a:off x="9296400" y="640742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Silde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4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1" name="Chart 10"/>
          <p:cNvGraphicFramePr/>
          <p:nvPr>
            <p:extLst>
              <p:ext uri="{D42A27DB-BD31-4B8C-83A1-F6EECF244321}">
                <p14:modId xmlns:p14="http://schemas.microsoft.com/office/powerpoint/2010/main" val="907263289"/>
              </p:ext>
            </p:extLst>
          </p:nvPr>
        </p:nvGraphicFramePr>
        <p:xfrm>
          <a:off x="2415822" y="1128889"/>
          <a:ext cx="7439378" cy="47836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41869832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Graphic spid="11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6321972"/>
            <a:ext cx="12192000" cy="536028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lide Number Placeholder 5"/>
          <p:cNvSpPr txBox="1">
            <a:spLocks/>
          </p:cNvSpPr>
          <p:nvPr/>
        </p:nvSpPr>
        <p:spPr>
          <a:xfrm>
            <a:off x="9296400" y="640742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2800" kern="1200">
                <a:solidFill>
                  <a:srgbClr val="FFFF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 smtClean="0">
                <a:latin typeface="Arial" panose="020B0604020202020204" pitchFamily="34" charset="0"/>
                <a:cs typeface="Arial" panose="020B0604020202020204" pitchFamily="34" charset="0"/>
              </a:rPr>
              <a:t>Silde</a:t>
            </a:r>
            <a:r>
              <a:rPr 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 5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09106" y="806333"/>
            <a:ext cx="10573789" cy="498763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0" b="1" dirty="0" smtClean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Thank you!</a:t>
            </a:r>
            <a:endParaRPr lang="en-US" sz="12000" b="1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780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155</Words>
  <Application>Microsoft Office PowerPoint</Application>
  <PresentationFormat>Widescreen</PresentationFormat>
  <Paragraphs>23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User</cp:lastModifiedBy>
  <cp:revision>12</cp:revision>
  <dcterms:created xsi:type="dcterms:W3CDTF">2023-09-17T01:22:09Z</dcterms:created>
  <dcterms:modified xsi:type="dcterms:W3CDTF">2025-08-24T02:00:48Z</dcterms:modified>
</cp:coreProperties>
</file>