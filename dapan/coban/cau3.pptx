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7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4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"/>
          <c:dPt>
            <c:idx val="0"/>
            <c:bubble3D val="0"/>
            <c:explosion val="4"/>
            <c:extLst>
              <c:ext xmlns:c16="http://schemas.microsoft.com/office/drawing/2014/chart" uri="{C3380CC4-5D6E-409C-BE32-E72D297353CC}">
                <c16:uniqueId val="{00000001-85BC-4809-8578-671F168BBBD5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3-85BC-4809-8578-671F168BBBD5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5-85BC-4809-8578-671F168BBBD5}"/>
              </c:ext>
            </c:extLst>
          </c:dPt>
          <c:dPt>
            <c:idx val="3"/>
            <c:bubble3D val="0"/>
            <c:spPr>
              <a:scene3d>
                <a:camera prst="orthographicFront"/>
                <a:lightRig rig="threePt" dir="t"/>
              </a:scene3d>
              <a:sp3d>
                <a:bevelT w="57150" h="44450"/>
                <a:bevelB w="0" h="44450"/>
              </a:sp3d>
            </c:spPr>
            <c:extLst>
              <c:ext xmlns:c16="http://schemas.microsoft.com/office/drawing/2014/chart" uri="{C3380CC4-5D6E-409C-BE32-E72D297353CC}">
                <c16:uniqueId val="{00000007-85BC-4809-8578-671F168BBBD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Mỹ</c:v>
                </c:pt>
                <c:pt idx="1">
                  <c:v>Trung Quốc</c:v>
                </c:pt>
                <c:pt idx="2">
                  <c:v>Nga</c:v>
                </c:pt>
                <c:pt idx="3">
                  <c:v>Còn lại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0.38</c:v>
                </c:pt>
                <c:pt idx="1">
                  <c:v>0.14000000000000001</c:v>
                </c:pt>
                <c:pt idx="2">
                  <c:v>0.03</c:v>
                </c:pt>
                <c:pt idx="3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BC-4809-8578-671F168BBBD5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b"/>
      <c:layout/>
      <c:overlay val="0"/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35846E-8331-485B-9175-32CDD1198BB8}" type="doc">
      <dgm:prSet loTypeId="urn:microsoft.com/office/officeart/2005/8/layout/list1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A148F6F-0BE5-47E9-BD9B-C216E113F3CB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“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lòng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”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vững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chắc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E0C23-35DD-431F-AF7C-5F741A0A0F79}" type="parTrans" cxnId="{2B353B3B-5A93-4789-A2FF-83418BD74408}">
      <dgm:prSet/>
      <dgm:spPr/>
      <dgm:t>
        <a:bodyPr/>
        <a:lstStyle/>
        <a:p>
          <a:endParaRPr lang="en-US"/>
        </a:p>
      </dgm:t>
    </dgm:pt>
    <dgm:pt modelId="{314D4708-36BC-4441-9702-3D8A4DB42FB6}" type="sibTrans" cxnId="{2B353B3B-5A93-4789-A2FF-83418BD74408}">
      <dgm:prSet/>
      <dgm:spPr/>
      <dgm:t>
        <a:bodyPr/>
        <a:lstStyle/>
        <a:p>
          <a:endParaRPr lang="en-US"/>
        </a:p>
      </dgm:t>
    </dgm:pt>
    <dgm:pt modelId="{4729C5F2-A13C-46D3-B4F8-8C5DF2693C47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Kết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an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xã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xã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an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ninh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B86141-62F1-4215-A690-3A29947EDC6A}" type="parTrans" cxnId="{79F18C66-80E7-4844-A544-B7EF76211E04}">
      <dgm:prSet/>
      <dgm:spPr/>
      <dgm:t>
        <a:bodyPr/>
        <a:lstStyle/>
        <a:p>
          <a:endParaRPr lang="en-US"/>
        </a:p>
      </dgm:t>
    </dgm:pt>
    <dgm:pt modelId="{1FB45678-7927-42B1-8980-59CD23FA2661}" type="sibTrans" cxnId="{79F18C66-80E7-4844-A544-B7EF76211E04}">
      <dgm:prSet/>
      <dgm:spPr/>
      <dgm:t>
        <a:bodyPr/>
        <a:lstStyle/>
        <a:p>
          <a:endParaRPr lang="en-US"/>
        </a:p>
      </dgm:t>
    </dgm:pt>
    <dgm:pt modelId="{4449BEA8-E89D-4C12-AA1F-22FD547C7CAC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quân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khu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vững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mạnh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diện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đất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6F1C475C-570F-487D-9609-57AC35776915}" type="parTrans" cxnId="{8B60E808-6999-4C5E-A3D3-4F88014C0E60}">
      <dgm:prSet/>
      <dgm:spPr/>
      <dgm:t>
        <a:bodyPr/>
        <a:lstStyle/>
        <a:p>
          <a:endParaRPr lang="en-US"/>
        </a:p>
      </dgm:t>
    </dgm:pt>
    <dgm:pt modelId="{19EFFD8D-2E8E-498F-A980-B43F1A30C649}" type="sibTrans" cxnId="{8B60E808-6999-4C5E-A3D3-4F88014C0E60}">
      <dgm:prSet/>
      <dgm:spPr/>
      <dgm:t>
        <a:bodyPr/>
        <a:lstStyle/>
        <a:p>
          <a:endParaRPr lang="en-US"/>
        </a:p>
      </dgm:t>
    </dgm:pt>
    <dgm:pt modelId="{F525C363-7117-4089-BB2D-826C4542243C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tỉnh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phố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khu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vực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vững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chắc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2E31FA-7DCB-4FE7-8BF9-E8DF4140F9BD}" type="parTrans" cxnId="{1C2B1546-BBCF-4171-83F1-145F81332CEF}">
      <dgm:prSet/>
      <dgm:spPr/>
      <dgm:t>
        <a:bodyPr/>
        <a:lstStyle/>
        <a:p>
          <a:endParaRPr lang="en-US"/>
        </a:p>
      </dgm:t>
    </dgm:pt>
    <dgm:pt modelId="{74421283-6E4A-4373-AE2A-645A6E32AF6B}" type="sibTrans" cxnId="{1C2B1546-BBCF-4171-83F1-145F81332CEF}">
      <dgm:prSet/>
      <dgm:spPr/>
      <dgm:t>
        <a:bodyPr/>
        <a:lstStyle/>
        <a:p>
          <a:endParaRPr lang="en-US"/>
        </a:p>
      </dgm:t>
    </dgm:pt>
    <dgm:pt modelId="{096E20A6-E6D1-4E72-8F99-3759320B3B06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gắn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an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ninh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nhân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D2BFDE-604D-46F0-94EA-2D4BD13F101D}" type="parTrans" cxnId="{8B588A64-2CE0-4F32-B507-77077D5AAD37}">
      <dgm:prSet/>
      <dgm:spPr/>
      <dgm:t>
        <a:bodyPr/>
        <a:lstStyle/>
        <a:p>
          <a:endParaRPr lang="en-US"/>
        </a:p>
      </dgm:t>
    </dgm:pt>
    <dgm:pt modelId="{F96C050A-2C13-4332-8649-B80BF32B3218}" type="sibTrans" cxnId="{8B588A64-2CE0-4F32-B507-77077D5AAD37}">
      <dgm:prSet/>
      <dgm:spPr/>
      <dgm:t>
        <a:bodyPr/>
        <a:lstStyle/>
        <a:p>
          <a:endParaRPr lang="en-US"/>
        </a:p>
      </dgm:t>
    </dgm:pt>
    <dgm:pt modelId="{A0A001C2-68F9-4017-A47D-8E1B3968E368}" type="pres">
      <dgm:prSet presAssocID="{8E35846E-8331-485B-9175-32CDD1198BB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D8EBEB0-F46C-4777-9309-42307BBECC83}" type="pres">
      <dgm:prSet presAssocID="{9A148F6F-0BE5-47E9-BD9B-C216E113F3CB}" presName="parentLin" presStyleCnt="0"/>
      <dgm:spPr/>
    </dgm:pt>
    <dgm:pt modelId="{36583C8A-AB5E-4F34-9FC9-F2BD08791E3C}" type="pres">
      <dgm:prSet presAssocID="{9A148F6F-0BE5-47E9-BD9B-C216E113F3CB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12C90636-E241-4041-B410-BA01C34BFD45}" type="pres">
      <dgm:prSet presAssocID="{9A148F6F-0BE5-47E9-BD9B-C216E113F3CB}" presName="parentText" presStyleLbl="node1" presStyleIdx="0" presStyleCnt="5" custLinFactNeighborX="11312" custLinFactNeighborY="1185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59BB04-0096-4059-8CBA-E44BFA3A57E6}" type="pres">
      <dgm:prSet presAssocID="{9A148F6F-0BE5-47E9-BD9B-C216E113F3CB}" presName="negativeSpace" presStyleCnt="0"/>
      <dgm:spPr/>
    </dgm:pt>
    <dgm:pt modelId="{793145FA-E58E-4FDA-A681-FB20393D8A77}" type="pres">
      <dgm:prSet presAssocID="{9A148F6F-0BE5-47E9-BD9B-C216E113F3CB}" presName="childText" presStyleLbl="conFgAcc1" presStyleIdx="0" presStyleCnt="5">
        <dgm:presLayoutVars>
          <dgm:bulletEnabled val="1"/>
        </dgm:presLayoutVars>
      </dgm:prSet>
      <dgm:spPr/>
    </dgm:pt>
    <dgm:pt modelId="{CF5EEBDA-98B9-4605-9761-AFF7754D4BFD}" type="pres">
      <dgm:prSet presAssocID="{314D4708-36BC-4441-9702-3D8A4DB42FB6}" presName="spaceBetweenRectangles" presStyleCnt="0"/>
      <dgm:spPr/>
    </dgm:pt>
    <dgm:pt modelId="{1D7CC8A6-DEF1-4E29-B963-23D0B647D664}" type="pres">
      <dgm:prSet presAssocID="{4729C5F2-A13C-46D3-B4F8-8C5DF2693C47}" presName="parentLin" presStyleCnt="0"/>
      <dgm:spPr/>
    </dgm:pt>
    <dgm:pt modelId="{247089FE-6465-4CF6-8DA3-301069B2DC54}" type="pres">
      <dgm:prSet presAssocID="{4729C5F2-A13C-46D3-B4F8-8C5DF2693C47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DC561604-5DCB-4290-B476-4FDA05A8AEE0}" type="pres">
      <dgm:prSet presAssocID="{4729C5F2-A13C-46D3-B4F8-8C5DF2693C47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9794BB-AF52-4DDC-AC29-2BCA16D691BB}" type="pres">
      <dgm:prSet presAssocID="{4729C5F2-A13C-46D3-B4F8-8C5DF2693C47}" presName="negativeSpace" presStyleCnt="0"/>
      <dgm:spPr/>
    </dgm:pt>
    <dgm:pt modelId="{77D2AF05-C939-4811-8F1E-67C07259BF39}" type="pres">
      <dgm:prSet presAssocID="{4729C5F2-A13C-46D3-B4F8-8C5DF2693C47}" presName="childText" presStyleLbl="conFgAcc1" presStyleIdx="1" presStyleCnt="5">
        <dgm:presLayoutVars>
          <dgm:bulletEnabled val="1"/>
        </dgm:presLayoutVars>
      </dgm:prSet>
      <dgm:spPr/>
    </dgm:pt>
    <dgm:pt modelId="{65171DE0-2EB7-408D-A282-BE3D0F634767}" type="pres">
      <dgm:prSet presAssocID="{1FB45678-7927-42B1-8980-59CD23FA2661}" presName="spaceBetweenRectangles" presStyleCnt="0"/>
      <dgm:spPr/>
    </dgm:pt>
    <dgm:pt modelId="{3C7BF17E-FD02-4004-AEC0-C5C7680DFC75}" type="pres">
      <dgm:prSet presAssocID="{4449BEA8-E89D-4C12-AA1F-22FD547C7CAC}" presName="parentLin" presStyleCnt="0"/>
      <dgm:spPr/>
    </dgm:pt>
    <dgm:pt modelId="{C69BCBB1-B12F-4D98-B4CD-93681D81F555}" type="pres">
      <dgm:prSet presAssocID="{4449BEA8-E89D-4C12-AA1F-22FD547C7CAC}" presName="parentLeftMargin" presStyleLbl="node1" presStyleIdx="1" presStyleCnt="5"/>
      <dgm:spPr/>
      <dgm:t>
        <a:bodyPr/>
        <a:lstStyle/>
        <a:p>
          <a:endParaRPr lang="en-US"/>
        </a:p>
      </dgm:t>
    </dgm:pt>
    <dgm:pt modelId="{B45E3F57-A452-41A6-9887-7E11E67A9B9D}" type="pres">
      <dgm:prSet presAssocID="{4449BEA8-E89D-4C12-AA1F-22FD547C7CAC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DD5084-DA1A-450C-8215-823713808B22}" type="pres">
      <dgm:prSet presAssocID="{4449BEA8-E89D-4C12-AA1F-22FD547C7CAC}" presName="negativeSpace" presStyleCnt="0"/>
      <dgm:spPr/>
    </dgm:pt>
    <dgm:pt modelId="{6A055C4F-F772-48B9-A01A-F43346B91CC0}" type="pres">
      <dgm:prSet presAssocID="{4449BEA8-E89D-4C12-AA1F-22FD547C7CAC}" presName="childText" presStyleLbl="conFgAcc1" presStyleIdx="2" presStyleCnt="5">
        <dgm:presLayoutVars>
          <dgm:bulletEnabled val="1"/>
        </dgm:presLayoutVars>
      </dgm:prSet>
      <dgm:spPr/>
    </dgm:pt>
    <dgm:pt modelId="{8F4DAE1C-29F7-4DD7-8064-E4DB38C51D19}" type="pres">
      <dgm:prSet presAssocID="{19EFFD8D-2E8E-498F-A980-B43F1A30C649}" presName="spaceBetweenRectangles" presStyleCnt="0"/>
      <dgm:spPr/>
    </dgm:pt>
    <dgm:pt modelId="{89F99A5F-8B58-429F-B3DA-CE6A8CAA9251}" type="pres">
      <dgm:prSet presAssocID="{F525C363-7117-4089-BB2D-826C4542243C}" presName="parentLin" presStyleCnt="0"/>
      <dgm:spPr/>
    </dgm:pt>
    <dgm:pt modelId="{EF806B61-B3A2-4F80-B55D-037773ECF471}" type="pres">
      <dgm:prSet presAssocID="{F525C363-7117-4089-BB2D-826C4542243C}" presName="parentLeftMargin" presStyleLbl="node1" presStyleIdx="2" presStyleCnt="5"/>
      <dgm:spPr/>
      <dgm:t>
        <a:bodyPr/>
        <a:lstStyle/>
        <a:p>
          <a:endParaRPr lang="en-US"/>
        </a:p>
      </dgm:t>
    </dgm:pt>
    <dgm:pt modelId="{7077CC65-826A-4E65-BCEB-C66CBF0218F0}" type="pres">
      <dgm:prSet presAssocID="{F525C363-7117-4089-BB2D-826C4542243C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A4BEB5-B8B9-4B06-9AA1-A1668D030193}" type="pres">
      <dgm:prSet presAssocID="{F525C363-7117-4089-BB2D-826C4542243C}" presName="negativeSpace" presStyleCnt="0"/>
      <dgm:spPr/>
    </dgm:pt>
    <dgm:pt modelId="{A7925521-7E28-4BFB-BCFC-E6E07715BFB0}" type="pres">
      <dgm:prSet presAssocID="{F525C363-7117-4089-BB2D-826C4542243C}" presName="childText" presStyleLbl="conFgAcc1" presStyleIdx="3" presStyleCnt="5">
        <dgm:presLayoutVars>
          <dgm:bulletEnabled val="1"/>
        </dgm:presLayoutVars>
      </dgm:prSet>
      <dgm:spPr/>
    </dgm:pt>
    <dgm:pt modelId="{FAC62F4F-B45A-4B65-8B8D-F71BC6BFB0F1}" type="pres">
      <dgm:prSet presAssocID="{74421283-6E4A-4373-AE2A-645A6E32AF6B}" presName="spaceBetweenRectangles" presStyleCnt="0"/>
      <dgm:spPr/>
    </dgm:pt>
    <dgm:pt modelId="{D8D5F7B9-1907-4D1D-A0A9-9330827EB8F7}" type="pres">
      <dgm:prSet presAssocID="{096E20A6-E6D1-4E72-8F99-3759320B3B06}" presName="parentLin" presStyleCnt="0"/>
      <dgm:spPr/>
    </dgm:pt>
    <dgm:pt modelId="{B703522E-E96C-4140-A82E-596C30BCC379}" type="pres">
      <dgm:prSet presAssocID="{096E20A6-E6D1-4E72-8F99-3759320B3B06}" presName="parentLeftMargin" presStyleLbl="node1" presStyleIdx="3" presStyleCnt="5"/>
      <dgm:spPr/>
      <dgm:t>
        <a:bodyPr/>
        <a:lstStyle/>
        <a:p>
          <a:endParaRPr lang="en-US"/>
        </a:p>
      </dgm:t>
    </dgm:pt>
    <dgm:pt modelId="{9463F609-67E0-42EC-9B1A-C7BA779D6902}" type="pres">
      <dgm:prSet presAssocID="{096E20A6-E6D1-4E72-8F99-3759320B3B06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69D717-273A-4AAA-8737-4202BFF06039}" type="pres">
      <dgm:prSet presAssocID="{096E20A6-E6D1-4E72-8F99-3759320B3B06}" presName="negativeSpace" presStyleCnt="0"/>
      <dgm:spPr/>
    </dgm:pt>
    <dgm:pt modelId="{18A0B5E5-7521-4493-8AAF-C8305D98A1FC}" type="pres">
      <dgm:prSet presAssocID="{096E20A6-E6D1-4E72-8F99-3759320B3B06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7B0F416D-37FD-4A5A-998A-8D851E891539}" type="presOf" srcId="{F525C363-7117-4089-BB2D-826C4542243C}" destId="{EF806B61-B3A2-4F80-B55D-037773ECF471}" srcOrd="0" destOrd="0" presId="urn:microsoft.com/office/officeart/2005/8/layout/list1"/>
    <dgm:cxn modelId="{008E1FEB-EC75-4C3C-B5F6-E0F78C84AF57}" type="presOf" srcId="{9A148F6F-0BE5-47E9-BD9B-C216E113F3CB}" destId="{12C90636-E241-4041-B410-BA01C34BFD45}" srcOrd="1" destOrd="0" presId="urn:microsoft.com/office/officeart/2005/8/layout/list1"/>
    <dgm:cxn modelId="{405FD302-B4CE-415B-AFC3-025AD139EFFB}" type="presOf" srcId="{F525C363-7117-4089-BB2D-826C4542243C}" destId="{7077CC65-826A-4E65-BCEB-C66CBF0218F0}" srcOrd="1" destOrd="0" presId="urn:microsoft.com/office/officeart/2005/8/layout/list1"/>
    <dgm:cxn modelId="{8B60E808-6999-4C5E-A3D3-4F88014C0E60}" srcId="{8E35846E-8331-485B-9175-32CDD1198BB8}" destId="{4449BEA8-E89D-4C12-AA1F-22FD547C7CAC}" srcOrd="2" destOrd="0" parTransId="{6F1C475C-570F-487D-9609-57AC35776915}" sibTransId="{19EFFD8D-2E8E-498F-A980-B43F1A30C649}"/>
    <dgm:cxn modelId="{100625F8-D40B-4341-B149-D5FC52D9D2DB}" type="presOf" srcId="{4449BEA8-E89D-4C12-AA1F-22FD547C7CAC}" destId="{C69BCBB1-B12F-4D98-B4CD-93681D81F555}" srcOrd="0" destOrd="0" presId="urn:microsoft.com/office/officeart/2005/8/layout/list1"/>
    <dgm:cxn modelId="{8B588A64-2CE0-4F32-B507-77077D5AAD37}" srcId="{8E35846E-8331-485B-9175-32CDD1198BB8}" destId="{096E20A6-E6D1-4E72-8F99-3759320B3B06}" srcOrd="4" destOrd="0" parTransId="{3AD2BFDE-604D-46F0-94EA-2D4BD13F101D}" sibTransId="{F96C050A-2C13-4332-8649-B80BF32B3218}"/>
    <dgm:cxn modelId="{79F18C66-80E7-4844-A544-B7EF76211E04}" srcId="{8E35846E-8331-485B-9175-32CDD1198BB8}" destId="{4729C5F2-A13C-46D3-B4F8-8C5DF2693C47}" srcOrd="1" destOrd="0" parTransId="{06B86141-62F1-4215-A690-3A29947EDC6A}" sibTransId="{1FB45678-7927-42B1-8980-59CD23FA2661}"/>
    <dgm:cxn modelId="{1C2B1546-BBCF-4171-83F1-145F81332CEF}" srcId="{8E35846E-8331-485B-9175-32CDD1198BB8}" destId="{F525C363-7117-4089-BB2D-826C4542243C}" srcOrd="3" destOrd="0" parTransId="{9C2E31FA-7DCB-4FE7-8BF9-E8DF4140F9BD}" sibTransId="{74421283-6E4A-4373-AE2A-645A6E32AF6B}"/>
    <dgm:cxn modelId="{3404949D-2C86-464F-A247-7CB64A26EF15}" type="presOf" srcId="{8E35846E-8331-485B-9175-32CDD1198BB8}" destId="{A0A001C2-68F9-4017-A47D-8E1B3968E368}" srcOrd="0" destOrd="0" presId="urn:microsoft.com/office/officeart/2005/8/layout/list1"/>
    <dgm:cxn modelId="{C37FB749-288D-4F5A-9DDA-955D177E969D}" type="presOf" srcId="{096E20A6-E6D1-4E72-8F99-3759320B3B06}" destId="{B703522E-E96C-4140-A82E-596C30BCC379}" srcOrd="0" destOrd="0" presId="urn:microsoft.com/office/officeart/2005/8/layout/list1"/>
    <dgm:cxn modelId="{F957B3DC-3E98-48E5-9E62-AA53A114EC78}" type="presOf" srcId="{9A148F6F-0BE5-47E9-BD9B-C216E113F3CB}" destId="{36583C8A-AB5E-4F34-9FC9-F2BD08791E3C}" srcOrd="0" destOrd="0" presId="urn:microsoft.com/office/officeart/2005/8/layout/list1"/>
    <dgm:cxn modelId="{237E484C-C433-40EB-B6F6-0B937AEE30D3}" type="presOf" srcId="{4449BEA8-E89D-4C12-AA1F-22FD547C7CAC}" destId="{B45E3F57-A452-41A6-9887-7E11E67A9B9D}" srcOrd="1" destOrd="0" presId="urn:microsoft.com/office/officeart/2005/8/layout/list1"/>
    <dgm:cxn modelId="{9D322802-1DCF-4E6B-BD4E-F9810588AD76}" type="presOf" srcId="{4729C5F2-A13C-46D3-B4F8-8C5DF2693C47}" destId="{247089FE-6465-4CF6-8DA3-301069B2DC54}" srcOrd="0" destOrd="0" presId="urn:microsoft.com/office/officeart/2005/8/layout/list1"/>
    <dgm:cxn modelId="{B8B86DFB-A648-4311-BB90-484C326BD144}" type="presOf" srcId="{096E20A6-E6D1-4E72-8F99-3759320B3B06}" destId="{9463F609-67E0-42EC-9B1A-C7BA779D6902}" srcOrd="1" destOrd="0" presId="urn:microsoft.com/office/officeart/2005/8/layout/list1"/>
    <dgm:cxn modelId="{3C25996F-EF83-4411-9ED4-9EEF930F9E8A}" type="presOf" srcId="{4729C5F2-A13C-46D3-B4F8-8C5DF2693C47}" destId="{DC561604-5DCB-4290-B476-4FDA05A8AEE0}" srcOrd="1" destOrd="0" presId="urn:microsoft.com/office/officeart/2005/8/layout/list1"/>
    <dgm:cxn modelId="{2B353B3B-5A93-4789-A2FF-83418BD74408}" srcId="{8E35846E-8331-485B-9175-32CDD1198BB8}" destId="{9A148F6F-0BE5-47E9-BD9B-C216E113F3CB}" srcOrd="0" destOrd="0" parTransId="{326E0C23-35DD-431F-AF7C-5F741A0A0F79}" sibTransId="{314D4708-36BC-4441-9702-3D8A4DB42FB6}"/>
    <dgm:cxn modelId="{21B3216D-3355-49FF-A053-4EAA1F6B20A7}" type="presParOf" srcId="{A0A001C2-68F9-4017-A47D-8E1B3968E368}" destId="{8D8EBEB0-F46C-4777-9309-42307BBECC83}" srcOrd="0" destOrd="0" presId="urn:microsoft.com/office/officeart/2005/8/layout/list1"/>
    <dgm:cxn modelId="{2B04846C-91E1-4E41-B293-6EEF990A202C}" type="presParOf" srcId="{8D8EBEB0-F46C-4777-9309-42307BBECC83}" destId="{36583C8A-AB5E-4F34-9FC9-F2BD08791E3C}" srcOrd="0" destOrd="0" presId="urn:microsoft.com/office/officeart/2005/8/layout/list1"/>
    <dgm:cxn modelId="{561C44CE-2B95-4006-8252-6B8136AD994F}" type="presParOf" srcId="{8D8EBEB0-F46C-4777-9309-42307BBECC83}" destId="{12C90636-E241-4041-B410-BA01C34BFD45}" srcOrd="1" destOrd="0" presId="urn:microsoft.com/office/officeart/2005/8/layout/list1"/>
    <dgm:cxn modelId="{DCA4F5A4-5670-4001-AAF9-71629D04678E}" type="presParOf" srcId="{A0A001C2-68F9-4017-A47D-8E1B3968E368}" destId="{8359BB04-0096-4059-8CBA-E44BFA3A57E6}" srcOrd="1" destOrd="0" presId="urn:microsoft.com/office/officeart/2005/8/layout/list1"/>
    <dgm:cxn modelId="{CD88955A-FB9E-41FE-B585-D8151E335A8F}" type="presParOf" srcId="{A0A001C2-68F9-4017-A47D-8E1B3968E368}" destId="{793145FA-E58E-4FDA-A681-FB20393D8A77}" srcOrd="2" destOrd="0" presId="urn:microsoft.com/office/officeart/2005/8/layout/list1"/>
    <dgm:cxn modelId="{06020BCF-016F-47A2-B1D9-8E2A31CFEE4D}" type="presParOf" srcId="{A0A001C2-68F9-4017-A47D-8E1B3968E368}" destId="{CF5EEBDA-98B9-4605-9761-AFF7754D4BFD}" srcOrd="3" destOrd="0" presId="urn:microsoft.com/office/officeart/2005/8/layout/list1"/>
    <dgm:cxn modelId="{66BC9468-0442-4201-B6B2-02D1CBE5D7CA}" type="presParOf" srcId="{A0A001C2-68F9-4017-A47D-8E1B3968E368}" destId="{1D7CC8A6-DEF1-4E29-B963-23D0B647D664}" srcOrd="4" destOrd="0" presId="urn:microsoft.com/office/officeart/2005/8/layout/list1"/>
    <dgm:cxn modelId="{84222E0B-FA90-42AB-A1EE-0586F619C6DD}" type="presParOf" srcId="{1D7CC8A6-DEF1-4E29-B963-23D0B647D664}" destId="{247089FE-6465-4CF6-8DA3-301069B2DC54}" srcOrd="0" destOrd="0" presId="urn:microsoft.com/office/officeart/2005/8/layout/list1"/>
    <dgm:cxn modelId="{94BE08D4-EC47-43BE-83C4-409BC7B3B929}" type="presParOf" srcId="{1D7CC8A6-DEF1-4E29-B963-23D0B647D664}" destId="{DC561604-5DCB-4290-B476-4FDA05A8AEE0}" srcOrd="1" destOrd="0" presId="urn:microsoft.com/office/officeart/2005/8/layout/list1"/>
    <dgm:cxn modelId="{3FCBAF46-3EDF-4535-9EA9-FBEB4D6C259B}" type="presParOf" srcId="{A0A001C2-68F9-4017-A47D-8E1B3968E368}" destId="{779794BB-AF52-4DDC-AC29-2BCA16D691BB}" srcOrd="5" destOrd="0" presId="urn:microsoft.com/office/officeart/2005/8/layout/list1"/>
    <dgm:cxn modelId="{AE09EBC7-338B-4951-968E-619F5C084661}" type="presParOf" srcId="{A0A001C2-68F9-4017-A47D-8E1B3968E368}" destId="{77D2AF05-C939-4811-8F1E-67C07259BF39}" srcOrd="6" destOrd="0" presId="urn:microsoft.com/office/officeart/2005/8/layout/list1"/>
    <dgm:cxn modelId="{94F30D62-28C8-4B0B-A0D3-9C3A968AB97F}" type="presParOf" srcId="{A0A001C2-68F9-4017-A47D-8E1B3968E368}" destId="{65171DE0-2EB7-408D-A282-BE3D0F634767}" srcOrd="7" destOrd="0" presId="urn:microsoft.com/office/officeart/2005/8/layout/list1"/>
    <dgm:cxn modelId="{0E92F6AC-F5D4-411B-ACB1-8EB0AD0F41E0}" type="presParOf" srcId="{A0A001C2-68F9-4017-A47D-8E1B3968E368}" destId="{3C7BF17E-FD02-4004-AEC0-C5C7680DFC75}" srcOrd="8" destOrd="0" presId="urn:microsoft.com/office/officeart/2005/8/layout/list1"/>
    <dgm:cxn modelId="{1FDD8D8C-6939-43F4-8332-7472895E321B}" type="presParOf" srcId="{3C7BF17E-FD02-4004-AEC0-C5C7680DFC75}" destId="{C69BCBB1-B12F-4D98-B4CD-93681D81F555}" srcOrd="0" destOrd="0" presId="urn:microsoft.com/office/officeart/2005/8/layout/list1"/>
    <dgm:cxn modelId="{2E97D19D-F3AF-461D-8CD8-B921A1C31F52}" type="presParOf" srcId="{3C7BF17E-FD02-4004-AEC0-C5C7680DFC75}" destId="{B45E3F57-A452-41A6-9887-7E11E67A9B9D}" srcOrd="1" destOrd="0" presId="urn:microsoft.com/office/officeart/2005/8/layout/list1"/>
    <dgm:cxn modelId="{62FE1868-7AFB-4CCB-8E29-E89904F568D9}" type="presParOf" srcId="{A0A001C2-68F9-4017-A47D-8E1B3968E368}" destId="{EEDD5084-DA1A-450C-8215-823713808B22}" srcOrd="9" destOrd="0" presId="urn:microsoft.com/office/officeart/2005/8/layout/list1"/>
    <dgm:cxn modelId="{B9A69624-30FF-4AFD-8850-EA82B7FF6E99}" type="presParOf" srcId="{A0A001C2-68F9-4017-A47D-8E1B3968E368}" destId="{6A055C4F-F772-48B9-A01A-F43346B91CC0}" srcOrd="10" destOrd="0" presId="urn:microsoft.com/office/officeart/2005/8/layout/list1"/>
    <dgm:cxn modelId="{04BA5319-94D2-4862-A860-E383D056FAA6}" type="presParOf" srcId="{A0A001C2-68F9-4017-A47D-8E1B3968E368}" destId="{8F4DAE1C-29F7-4DD7-8064-E4DB38C51D19}" srcOrd="11" destOrd="0" presId="urn:microsoft.com/office/officeart/2005/8/layout/list1"/>
    <dgm:cxn modelId="{DD3542E6-5EEA-4DC5-BA72-21019E5AE708}" type="presParOf" srcId="{A0A001C2-68F9-4017-A47D-8E1B3968E368}" destId="{89F99A5F-8B58-429F-B3DA-CE6A8CAA9251}" srcOrd="12" destOrd="0" presId="urn:microsoft.com/office/officeart/2005/8/layout/list1"/>
    <dgm:cxn modelId="{CD3D41AB-31D8-476A-9EBC-F33F7EE480F5}" type="presParOf" srcId="{89F99A5F-8B58-429F-B3DA-CE6A8CAA9251}" destId="{EF806B61-B3A2-4F80-B55D-037773ECF471}" srcOrd="0" destOrd="0" presId="urn:microsoft.com/office/officeart/2005/8/layout/list1"/>
    <dgm:cxn modelId="{F1020179-24E5-4FA6-9CCE-B600F9421D8B}" type="presParOf" srcId="{89F99A5F-8B58-429F-B3DA-CE6A8CAA9251}" destId="{7077CC65-826A-4E65-BCEB-C66CBF0218F0}" srcOrd="1" destOrd="0" presId="urn:microsoft.com/office/officeart/2005/8/layout/list1"/>
    <dgm:cxn modelId="{F247D377-BCCD-42D8-85FF-202BB0DAB4AB}" type="presParOf" srcId="{A0A001C2-68F9-4017-A47D-8E1B3968E368}" destId="{29A4BEB5-B8B9-4B06-9AA1-A1668D030193}" srcOrd="13" destOrd="0" presId="urn:microsoft.com/office/officeart/2005/8/layout/list1"/>
    <dgm:cxn modelId="{50CAF73F-923B-4C75-9135-CCDED1F74434}" type="presParOf" srcId="{A0A001C2-68F9-4017-A47D-8E1B3968E368}" destId="{A7925521-7E28-4BFB-BCFC-E6E07715BFB0}" srcOrd="14" destOrd="0" presId="urn:microsoft.com/office/officeart/2005/8/layout/list1"/>
    <dgm:cxn modelId="{EDB2DEF5-0CB7-45B2-99ED-625AE17B47F8}" type="presParOf" srcId="{A0A001C2-68F9-4017-A47D-8E1B3968E368}" destId="{FAC62F4F-B45A-4B65-8B8D-F71BC6BFB0F1}" srcOrd="15" destOrd="0" presId="urn:microsoft.com/office/officeart/2005/8/layout/list1"/>
    <dgm:cxn modelId="{7E03A753-EB60-4B0B-BE18-246BE7F0C233}" type="presParOf" srcId="{A0A001C2-68F9-4017-A47D-8E1B3968E368}" destId="{D8D5F7B9-1907-4D1D-A0A9-9330827EB8F7}" srcOrd="16" destOrd="0" presId="urn:microsoft.com/office/officeart/2005/8/layout/list1"/>
    <dgm:cxn modelId="{19BBCBB4-4A63-45FE-928F-7058327D6B5C}" type="presParOf" srcId="{D8D5F7B9-1907-4D1D-A0A9-9330827EB8F7}" destId="{B703522E-E96C-4140-A82E-596C30BCC379}" srcOrd="0" destOrd="0" presId="urn:microsoft.com/office/officeart/2005/8/layout/list1"/>
    <dgm:cxn modelId="{A8818849-DA35-4C6C-BC3D-CCF8D6DF80A7}" type="presParOf" srcId="{D8D5F7B9-1907-4D1D-A0A9-9330827EB8F7}" destId="{9463F609-67E0-42EC-9B1A-C7BA779D6902}" srcOrd="1" destOrd="0" presId="urn:microsoft.com/office/officeart/2005/8/layout/list1"/>
    <dgm:cxn modelId="{9E4B22D2-6FA4-4FC6-B56F-9854FA9C2DEF}" type="presParOf" srcId="{A0A001C2-68F9-4017-A47D-8E1B3968E368}" destId="{B769D717-273A-4AAA-8737-4202BFF06039}" srcOrd="17" destOrd="0" presId="urn:microsoft.com/office/officeart/2005/8/layout/list1"/>
    <dgm:cxn modelId="{8DC375A6-C6E6-4438-BF7F-D641C0B02B32}" type="presParOf" srcId="{A0A001C2-68F9-4017-A47D-8E1B3968E368}" destId="{18A0B5E5-7521-4493-8AAF-C8305D98A1FC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3145FA-E58E-4FDA-A681-FB20393D8A77}">
      <dsp:nvSpPr>
        <dsp:cNvPr id="0" name=""/>
        <dsp:cNvSpPr/>
      </dsp:nvSpPr>
      <dsp:spPr>
        <a:xfrm>
          <a:off x="0" y="386940"/>
          <a:ext cx="1087901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C90636-E241-4041-B410-BA01C34BFD45}">
      <dsp:nvSpPr>
        <dsp:cNvPr id="0" name=""/>
        <dsp:cNvSpPr/>
      </dsp:nvSpPr>
      <dsp:spPr>
        <a:xfrm>
          <a:off x="605482" y="172992"/>
          <a:ext cx="7615309" cy="560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841" tIns="0" rIns="287841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“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lòng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”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vững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chắc</a:t>
          </a:r>
          <a:endParaRPr lang="en-US" sz="1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2862" y="200372"/>
        <a:ext cx="7560549" cy="506120"/>
      </dsp:txXfrm>
    </dsp:sp>
    <dsp:sp modelId="{77D2AF05-C939-4811-8F1E-67C07259BF39}">
      <dsp:nvSpPr>
        <dsp:cNvPr id="0" name=""/>
        <dsp:cNvSpPr/>
      </dsp:nvSpPr>
      <dsp:spPr>
        <a:xfrm>
          <a:off x="0" y="1248780"/>
          <a:ext cx="1087901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2598923"/>
              <a:satOff val="-11992"/>
              <a:lumOff val="44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561604-5DCB-4290-B476-4FDA05A8AEE0}">
      <dsp:nvSpPr>
        <dsp:cNvPr id="0" name=""/>
        <dsp:cNvSpPr/>
      </dsp:nvSpPr>
      <dsp:spPr>
        <a:xfrm>
          <a:off x="543950" y="968340"/>
          <a:ext cx="7615309" cy="560880"/>
        </a:xfrm>
        <a:prstGeom prst="roundRect">
          <a:avLst/>
        </a:prstGeom>
        <a:gradFill rotWithShape="0">
          <a:gsLst>
            <a:gs pos="0">
              <a:schemeClr val="accent4">
                <a:hueOff val="2598923"/>
                <a:satOff val="-11992"/>
                <a:lumOff val="4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598923"/>
                <a:satOff val="-11992"/>
                <a:lumOff val="4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598923"/>
                <a:satOff val="-11992"/>
                <a:lumOff val="4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841" tIns="0" rIns="287841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Kết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an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xã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xã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an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ninh</a:t>
          </a:r>
          <a:endParaRPr lang="en-US" sz="1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1330" y="995720"/>
        <a:ext cx="7560549" cy="506120"/>
      </dsp:txXfrm>
    </dsp:sp>
    <dsp:sp modelId="{6A055C4F-F772-48B9-A01A-F43346B91CC0}">
      <dsp:nvSpPr>
        <dsp:cNvPr id="0" name=""/>
        <dsp:cNvSpPr/>
      </dsp:nvSpPr>
      <dsp:spPr>
        <a:xfrm>
          <a:off x="0" y="2110620"/>
          <a:ext cx="1087901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5E3F57-A452-41A6-9887-7E11E67A9B9D}">
      <dsp:nvSpPr>
        <dsp:cNvPr id="0" name=""/>
        <dsp:cNvSpPr/>
      </dsp:nvSpPr>
      <dsp:spPr>
        <a:xfrm>
          <a:off x="543950" y="1830180"/>
          <a:ext cx="7615309" cy="560880"/>
        </a:xfrm>
        <a:prstGeom prst="roundRect">
          <a:avLst/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841" tIns="0" rIns="287841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quân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khu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vững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mạnh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diện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đất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571330" y="1857560"/>
        <a:ext cx="7560549" cy="506120"/>
      </dsp:txXfrm>
    </dsp:sp>
    <dsp:sp modelId="{A7925521-7E28-4BFB-BCFC-E6E07715BFB0}">
      <dsp:nvSpPr>
        <dsp:cNvPr id="0" name=""/>
        <dsp:cNvSpPr/>
      </dsp:nvSpPr>
      <dsp:spPr>
        <a:xfrm>
          <a:off x="0" y="2972460"/>
          <a:ext cx="1087901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7796769"/>
              <a:satOff val="-35976"/>
              <a:lumOff val="132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77CC65-826A-4E65-BCEB-C66CBF0218F0}">
      <dsp:nvSpPr>
        <dsp:cNvPr id="0" name=""/>
        <dsp:cNvSpPr/>
      </dsp:nvSpPr>
      <dsp:spPr>
        <a:xfrm>
          <a:off x="543950" y="2692020"/>
          <a:ext cx="7615309" cy="560880"/>
        </a:xfrm>
        <a:prstGeom prst="roundRect">
          <a:avLst/>
        </a:prstGeom>
        <a:gradFill rotWithShape="0">
          <a:gsLst>
            <a:gs pos="0">
              <a:schemeClr val="accent4">
                <a:hueOff val="7796769"/>
                <a:satOff val="-35976"/>
                <a:lumOff val="13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7796769"/>
                <a:satOff val="-35976"/>
                <a:lumOff val="13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7796769"/>
                <a:satOff val="-35976"/>
                <a:lumOff val="13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841" tIns="0" rIns="287841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tỉnh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phố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khu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vực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vững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chắc</a:t>
          </a:r>
          <a:endParaRPr lang="en-US" sz="1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1330" y="2719400"/>
        <a:ext cx="7560549" cy="506120"/>
      </dsp:txXfrm>
    </dsp:sp>
    <dsp:sp modelId="{18A0B5E5-7521-4493-8AAF-C8305D98A1FC}">
      <dsp:nvSpPr>
        <dsp:cNvPr id="0" name=""/>
        <dsp:cNvSpPr/>
      </dsp:nvSpPr>
      <dsp:spPr>
        <a:xfrm>
          <a:off x="0" y="3834300"/>
          <a:ext cx="1087901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63F609-67E0-42EC-9B1A-C7BA779D6902}">
      <dsp:nvSpPr>
        <dsp:cNvPr id="0" name=""/>
        <dsp:cNvSpPr/>
      </dsp:nvSpPr>
      <dsp:spPr>
        <a:xfrm>
          <a:off x="543950" y="3553860"/>
          <a:ext cx="7615309" cy="560880"/>
        </a:xfrm>
        <a:prstGeom prst="roundRect">
          <a:avLst/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7841" tIns="0" rIns="287841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phòng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gắn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trận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an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ninh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nhân</a:t>
          </a:r>
          <a:r>
            <a:rPr lang="en-US" sz="1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9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endParaRPr lang="en-US" sz="1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1330" y="3581240"/>
        <a:ext cx="7560549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41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3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18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3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2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70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5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05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08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60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F2E1-D7FF-41C2-A65C-99107125379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6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9F2E1-D7FF-41C2-A65C-99107125379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3C16C-4F1C-469C-B465-671459B0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31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4442"/>
            <a:ext cx="12192000" cy="59355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52484" y="6376555"/>
            <a:ext cx="96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Slide 1</a:t>
            </a:r>
          </a:p>
        </p:txBody>
      </p:sp>
      <p:pic>
        <p:nvPicPr>
          <p:cNvPr id="7" name="Picture 6" descr="Nền quốc phòng toàn dân là gì?">
            <a:hlinkClick r:id="rId2" action="ppaction://hlinksldjump"/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8624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506027" y="4862486"/>
            <a:ext cx="11008311" cy="11033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Wave2">
              <a:avLst/>
            </a:prstTxWarp>
          </a:bodyPr>
          <a:lstStyle/>
          <a:p>
            <a:pPr algn="ctr"/>
            <a:r>
              <a:rPr lang="en-US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cs typeface="Times New Roman" pitchFamily="18" charset="0"/>
              </a:rPr>
              <a:t>QUỐC PHÒNG </a:t>
            </a:r>
            <a:r>
              <a:rPr lang="en-US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 AN NINH</a:t>
            </a:r>
          </a:p>
        </p:txBody>
      </p:sp>
    </p:spTree>
    <p:extLst>
      <p:ext uri="{BB962C8B-B14F-4D97-AF65-F5344CB8AC3E}">
        <p14:creationId xmlns:p14="http://schemas.microsoft.com/office/powerpoint/2010/main" val="2985083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4442"/>
            <a:ext cx="12192000" cy="59355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52484" y="6376555"/>
            <a:ext cx="96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Slide 2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0" y="16431"/>
            <a:ext cx="12192000" cy="914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QUỐC PHÒNG TOÀN DÂN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233" y="1874728"/>
            <a:ext cx="113695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Xây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dựng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thế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trận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quốc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phòng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toàn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dân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là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việc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tổ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chức</a:t>
            </a:r>
            <a:r>
              <a:rPr lang="en-US" sz="2800" dirty="0"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cs typeface="Times New Roman" panose="02020603050405020304" pitchFamily="18" charset="0"/>
              </a:rPr>
              <a:t>triển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khai</a:t>
            </a:r>
            <a:r>
              <a:rPr lang="en-US" sz="2800" dirty="0"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cs typeface="Times New Roman" panose="02020603050405020304" pitchFamily="18" charset="0"/>
              </a:rPr>
              <a:t>bố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trí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lực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và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tiềm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lực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quốc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phòng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trên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toàn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bộ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lãnh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thổ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theo</a:t>
            </a:r>
            <a:r>
              <a:rPr lang="en-US" sz="2800" dirty="0">
                <a:cs typeface="Times New Roman" panose="02020603050405020304" pitchFamily="18" charset="0"/>
              </a:rPr>
              <a:t> ý </a:t>
            </a:r>
            <a:r>
              <a:rPr lang="en-US" sz="2800" dirty="0" err="1">
                <a:cs typeface="Times New Roman" panose="02020603050405020304" pitchFamily="18" charset="0"/>
              </a:rPr>
              <a:t>định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chiến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lược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thống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nhất</a:t>
            </a:r>
            <a:r>
              <a:rPr lang="en-US" sz="2800" dirty="0"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Bảo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đảm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đối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phó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thắng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lợi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mọi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âm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mưu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và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hoạt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động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của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các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thế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lực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thù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địch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xâm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phạm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độc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lập</a:t>
            </a:r>
            <a:r>
              <a:rPr lang="en-US" sz="2800" dirty="0"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cs typeface="Times New Roman" panose="02020603050405020304" pitchFamily="18" charset="0"/>
              </a:rPr>
              <a:t>chủ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quyền</a:t>
            </a:r>
            <a:r>
              <a:rPr lang="en-US" sz="2800" dirty="0"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cs typeface="Times New Roman" panose="02020603050405020304" pitchFamily="18" charset="0"/>
              </a:rPr>
              <a:t>thống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nhất</a:t>
            </a:r>
            <a:r>
              <a:rPr lang="en-US" sz="2800" dirty="0"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cs typeface="Times New Roman" panose="02020603050405020304" pitchFamily="18" charset="0"/>
              </a:rPr>
              <a:t>toàn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vẹn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lãnh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thổ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và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lợi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ích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quốc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gia</a:t>
            </a:r>
            <a:r>
              <a:rPr lang="en-US" sz="2800" dirty="0">
                <a:cs typeface="Times New Roman" panose="02020603050405020304" pitchFamily="18" charset="0"/>
              </a:rPr>
              <a:t> – </a:t>
            </a:r>
            <a:r>
              <a:rPr lang="en-US" sz="2800" dirty="0" err="1">
                <a:cs typeface="Times New Roman" panose="02020603050405020304" pitchFamily="18" charset="0"/>
              </a:rPr>
              <a:t>dân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tộc</a:t>
            </a:r>
            <a:r>
              <a:rPr lang="en-US" sz="2800" dirty="0"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cs typeface="Times New Roman" panose="02020603050405020304" pitchFamily="18" charset="0"/>
              </a:rPr>
              <a:t> Sẵn sàng chuyển thành thế trận chiến tranh nhân dân bảo </a:t>
            </a:r>
            <a:r>
              <a:rPr lang="en-US" sz="2800">
                <a:cs typeface="Times New Roman" panose="02020603050405020304" pitchFamily="18" charset="0"/>
              </a:rPr>
              <a:t>vệ T</a:t>
            </a:r>
            <a:r>
              <a:rPr lang="en-US" sz="2800" smtClean="0">
                <a:cs typeface="Times New Roman" panose="02020603050405020304" pitchFamily="18" charset="0"/>
              </a:rPr>
              <a:t>ổ quốc.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3046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0124"/>
            <a:ext cx="12192000" cy="59355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52484" y="6376555"/>
            <a:ext cx="96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Slide 3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260435555"/>
              </p:ext>
            </p:extLst>
          </p:nvPr>
        </p:nvGraphicFramePr>
        <p:xfrm>
          <a:off x="838676" y="1332629"/>
          <a:ext cx="10879014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Left Arrow 5">
            <a:hlinkClick r:id="rId7" action="ppaction://hlinksldjump"/>
          </p:cNvPr>
          <p:cNvSpPr/>
          <p:nvPr/>
        </p:nvSpPr>
        <p:spPr>
          <a:xfrm>
            <a:off x="5592941" y="6310626"/>
            <a:ext cx="1006117" cy="492553"/>
          </a:xfrm>
          <a:prstGeom prst="leftArrow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FF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1BA1B159-4FFF-4E06-3C29-245A99CE5CF8}"/>
              </a:ext>
            </a:extLst>
          </p:cNvPr>
          <p:cNvSpPr/>
          <p:nvPr/>
        </p:nvSpPr>
        <p:spPr>
          <a:xfrm>
            <a:off x="0" y="16431"/>
            <a:ext cx="12192000" cy="914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XÂY DỰNG THẾ TRẬN QPTD</a:t>
            </a:r>
            <a:endParaRPr lang="en-US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87995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7" grpId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0124"/>
            <a:ext cx="12192000" cy="59355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52484" y="6376555"/>
            <a:ext cx="96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Slide 4</a:t>
            </a: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282646410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6A7AB555-6B2F-1461-B672-DEC89C80555F}"/>
              </a:ext>
            </a:extLst>
          </p:cNvPr>
          <p:cNvSpPr/>
          <p:nvPr/>
        </p:nvSpPr>
        <p:spPr>
          <a:xfrm>
            <a:off x="0" y="16431"/>
            <a:ext cx="12192000" cy="914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NGÂN SÁCH QUỐC PHÒNG CÁC NƯỚC</a:t>
            </a:r>
            <a:endParaRPr lang="en-US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951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P spid="3" grpId="0" animBg="1"/>
      <p:bldP spid="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260124"/>
            <a:ext cx="12192000" cy="59355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52484" y="6376555"/>
            <a:ext cx="96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Slide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006" y="905523"/>
            <a:ext cx="11180345" cy="3932807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CurveUp">
              <a:avLst>
                <a:gd name="adj" fmla="val 47650"/>
              </a:avLst>
            </a:prstTxWarp>
            <a:spAutoFit/>
          </a:bodyPr>
          <a:lstStyle/>
          <a:p>
            <a:pPr algn="ctr"/>
            <a:r>
              <a:rPr lang="en-US" sz="13800" b="1" cap="none" spc="50" dirty="0">
                <a:ln w="9525" cmpd="sng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US" sz="13800" b="1" cap="none" spc="50" dirty="0">
              <a:ln w="9525" cmpd="sng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</a:ln>
              <a:solidFill>
                <a:schemeClr val="accent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03C6D-8B7E-14E6-48D8-E8173CAECC0E}"/>
              </a:ext>
            </a:extLst>
          </p:cNvPr>
          <p:cNvSpPr txBox="1"/>
          <p:nvPr/>
        </p:nvSpPr>
        <p:spPr>
          <a:xfrm>
            <a:off x="1519881" y="34104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4019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214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PC</cp:lastModifiedBy>
  <cp:revision>25</cp:revision>
  <dcterms:created xsi:type="dcterms:W3CDTF">2024-11-14T12:24:41Z</dcterms:created>
  <dcterms:modified xsi:type="dcterms:W3CDTF">2026-04-04T22:23:16Z</dcterms:modified>
</cp:coreProperties>
</file>