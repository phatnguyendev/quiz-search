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7"/>
  </p:notesMasterIdLst>
  <p:sldIdLst>
    <p:sldId id="256" r:id="rId2"/>
    <p:sldId id="257" r:id="rId3"/>
    <p:sldId id="258" r:id="rId4"/>
    <p:sldId id="260" r:id="rId5"/>
    <p:sldId id="259"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2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explosion val="5"/>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23F5-49CD-9AB6-86471BEAAFBC}"/>
              </c:ext>
            </c:extLst>
          </c:dPt>
          <c:dPt>
            <c:idx val="1"/>
            <c:bubble3D val="0"/>
            <c:spPr>
              <a:solidFill>
                <a:schemeClr val="accent2"/>
              </a:solidFill>
              <a:ln w="25400">
                <a:solidFill>
                  <a:schemeClr val="lt1"/>
                </a:solidFill>
              </a:ln>
              <a:effectLst/>
              <a:sp3d contourW="25400">
                <a:contourClr>
                  <a:schemeClr val="lt1"/>
                </a:contourClr>
              </a:sp3d>
            </c:spPr>
          </c:dPt>
          <c:dPt>
            <c:idx val="2"/>
            <c:bubble3D val="0"/>
            <c:spPr>
              <a:solidFill>
                <a:schemeClr val="accent3"/>
              </a:solidFill>
              <a:ln w="25400">
                <a:solidFill>
                  <a:schemeClr val="lt1"/>
                </a:solidFill>
              </a:ln>
              <a:effectLst/>
              <a:sp3d contourW="25400">
                <a:contourClr>
                  <a:schemeClr val="lt1"/>
                </a:contourClr>
              </a:sp3d>
            </c:spPr>
          </c:dPt>
          <c:dPt>
            <c:idx val="3"/>
            <c:bubble3D val="0"/>
            <c:spPr>
              <a:solidFill>
                <a:schemeClr val="accent4"/>
              </a:solidFill>
              <a:ln w="25400">
                <a:solidFill>
                  <a:schemeClr val="lt1"/>
                </a:solidFill>
              </a:ln>
              <a:effectLst/>
              <a:sp3d contourW="25400">
                <a:contourClr>
                  <a:schemeClr val="lt1"/>
                </a:contourClr>
              </a:sp3d>
            </c:spPr>
          </c:dPt>
          <c:dPt>
            <c:idx val="4"/>
            <c:bubble3D val="0"/>
            <c:spPr>
              <a:solidFill>
                <a:schemeClr val="accent5"/>
              </a:solidFill>
              <a:ln w="25400">
                <a:solidFill>
                  <a:schemeClr val="lt1"/>
                </a:solidFill>
              </a:ln>
              <a:effectLst/>
              <a:sp3d contourW="25400">
                <a:contourClr>
                  <a:schemeClr val="lt1"/>
                </a:contourClr>
              </a:sp3d>
            </c:spPr>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Mỹ</c:v>
                </c:pt>
                <c:pt idx="1">
                  <c:v>Trung Quốc</c:v>
                </c:pt>
                <c:pt idx="2">
                  <c:v>Ấn Độ</c:v>
                </c:pt>
                <c:pt idx="3">
                  <c:v>Nga</c:v>
                </c:pt>
                <c:pt idx="4">
                  <c:v>Còn lại</c:v>
                </c:pt>
              </c:strCache>
            </c:strRef>
          </c:cat>
          <c:val>
            <c:numRef>
              <c:f>Sheet1!$B$2:$B$6</c:f>
              <c:numCache>
                <c:formatCode>0%</c:formatCode>
                <c:ptCount val="5"/>
                <c:pt idx="0">
                  <c:v>0.38</c:v>
                </c:pt>
                <c:pt idx="1">
                  <c:v>0.14000000000000001</c:v>
                </c:pt>
                <c:pt idx="2">
                  <c:v>0.04</c:v>
                </c:pt>
                <c:pt idx="3">
                  <c:v>0.03</c:v>
                </c:pt>
                <c:pt idx="4">
                  <c:v>0.41</c:v>
                </c:pt>
              </c:numCache>
            </c:numRef>
          </c:val>
          <c:extLst>
            <c:ext xmlns:c16="http://schemas.microsoft.com/office/drawing/2014/chart" uri="{C3380CC4-5D6E-409C-BE32-E72D297353CC}">
              <c16:uniqueId val="{00000000-23F5-49CD-9AB6-86471BEAAFBC}"/>
            </c:ext>
          </c:extLst>
        </c:ser>
        <c:dLbls>
          <c:dLblPos val="bestFit"/>
          <c:showLegendKey val="0"/>
          <c:showVal val="1"/>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69952D-BC3E-4A1D-B4D5-109C388BFB93}"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2F13FCEA-791E-4185-9F3F-5F2FF40D336A}">
      <dgm:prSet phldrT="[Text]" custT="1"/>
      <dgm:spPr/>
      <dgm:t>
        <a:bodyPr/>
        <a:lstStyle/>
        <a:p>
          <a:r>
            <a:rPr lang="en-US" sz="2200">
              <a:solidFill>
                <a:schemeClr val="tx1"/>
              </a:solidFill>
              <a:latin typeface="Arial" panose="020B0604020202020204" pitchFamily="34" charset="0"/>
              <a:cs typeface="Arial" panose="020B0604020202020204" pitchFamily="34" charset="0"/>
            </a:rPr>
            <a:t>Xây dựng “thế trận lòng dân” vững chắc</a:t>
          </a:r>
        </a:p>
      </dgm:t>
    </dgm:pt>
    <dgm:pt modelId="{AC8DB8C9-B9F8-4129-854A-36A7814DB0AF}" type="parTrans" cxnId="{D715017C-EAE2-4361-ABB2-2C1A9C885A63}">
      <dgm:prSet/>
      <dgm:spPr/>
      <dgm:t>
        <a:bodyPr/>
        <a:lstStyle/>
        <a:p>
          <a:endParaRPr lang="en-US">
            <a:solidFill>
              <a:schemeClr val="tx1"/>
            </a:solidFill>
            <a:latin typeface="Arial" panose="020B0604020202020204" pitchFamily="34" charset="0"/>
            <a:cs typeface="Arial" panose="020B0604020202020204" pitchFamily="34" charset="0"/>
          </a:endParaRPr>
        </a:p>
      </dgm:t>
    </dgm:pt>
    <dgm:pt modelId="{2BD105C0-8516-446C-A552-5586BAAEC7D1}" type="sibTrans" cxnId="{D715017C-EAE2-4361-ABB2-2C1A9C885A63}">
      <dgm:prSet/>
      <dgm:spPr/>
      <dgm:t>
        <a:bodyPr/>
        <a:lstStyle/>
        <a:p>
          <a:endParaRPr lang="en-US">
            <a:solidFill>
              <a:schemeClr val="tx1"/>
            </a:solidFill>
            <a:latin typeface="Arial" panose="020B0604020202020204" pitchFamily="34" charset="0"/>
            <a:cs typeface="Arial" panose="020B0604020202020204" pitchFamily="34" charset="0"/>
          </a:endParaRPr>
        </a:p>
      </dgm:t>
    </dgm:pt>
    <dgm:pt modelId="{427167DD-20DB-42FF-B496-FD452FA2908E}">
      <dgm:prSet phldrT="[Text]" custT="1"/>
      <dgm:spPr/>
      <dgm:t>
        <a:bodyPr/>
        <a:lstStyle/>
        <a:p>
          <a:r>
            <a:rPr lang="en-US" sz="2200">
              <a:solidFill>
                <a:schemeClr val="tx1"/>
              </a:solidFill>
              <a:latin typeface="Arial" panose="020B0604020202020204" pitchFamily="34" charset="0"/>
              <a:cs typeface="Arial" panose="020B0604020202020204" pitchFamily="34" charset="0"/>
            </a:rPr>
            <a:t>Kết hợp quốc phòng, an ninh với kinh tế - xã hội và kinh tế - xã hội với quốc phòng, an ninh</a:t>
          </a:r>
        </a:p>
      </dgm:t>
    </dgm:pt>
    <dgm:pt modelId="{B34A7756-3995-4D3A-BCC7-4D4A3227E1F2}" type="parTrans" cxnId="{77C19982-B589-40F8-BF53-A83A5711725C}">
      <dgm:prSet/>
      <dgm:spPr/>
      <dgm:t>
        <a:bodyPr/>
        <a:lstStyle/>
        <a:p>
          <a:endParaRPr lang="en-US">
            <a:solidFill>
              <a:schemeClr val="tx1"/>
            </a:solidFill>
            <a:latin typeface="Arial" panose="020B0604020202020204" pitchFamily="34" charset="0"/>
            <a:cs typeface="Arial" panose="020B0604020202020204" pitchFamily="34" charset="0"/>
          </a:endParaRPr>
        </a:p>
      </dgm:t>
    </dgm:pt>
    <dgm:pt modelId="{71C65A22-0970-4F68-B6F6-0FD1DE54FDAA}" type="sibTrans" cxnId="{77C19982-B589-40F8-BF53-A83A5711725C}">
      <dgm:prSet/>
      <dgm:spPr/>
      <dgm:t>
        <a:bodyPr/>
        <a:lstStyle/>
        <a:p>
          <a:endParaRPr lang="en-US">
            <a:solidFill>
              <a:schemeClr val="tx1"/>
            </a:solidFill>
            <a:latin typeface="Arial" panose="020B0604020202020204" pitchFamily="34" charset="0"/>
            <a:cs typeface="Arial" panose="020B0604020202020204" pitchFamily="34" charset="0"/>
          </a:endParaRPr>
        </a:p>
      </dgm:t>
    </dgm:pt>
    <dgm:pt modelId="{3FE120E1-6503-4F14-91D6-3F986B86408B}">
      <dgm:prSet phldrT="[Text]" custT="1"/>
      <dgm:spPr/>
      <dgm:t>
        <a:bodyPr/>
        <a:lstStyle/>
        <a:p>
          <a:r>
            <a:rPr lang="vi-VN" sz="2200">
              <a:solidFill>
                <a:schemeClr val="tx1"/>
              </a:solidFill>
              <a:latin typeface="Arial" panose="020B0604020202020204" pitchFamily="34" charset="0"/>
              <a:cs typeface="Arial" panose="020B0604020202020204" pitchFamily="34" charset="0"/>
            </a:rPr>
            <a:t>Xây dựng quân khu vững mạnh toàn diện, hợp thành hệ thống phòng thủ đất nước</a:t>
          </a:r>
          <a:endParaRPr lang="en-US" sz="2200">
            <a:solidFill>
              <a:schemeClr val="tx1"/>
            </a:solidFill>
            <a:latin typeface="Arial" panose="020B0604020202020204" pitchFamily="34" charset="0"/>
            <a:cs typeface="Arial" panose="020B0604020202020204" pitchFamily="34" charset="0"/>
          </a:endParaRPr>
        </a:p>
      </dgm:t>
    </dgm:pt>
    <dgm:pt modelId="{9116E2F9-D619-4ECF-9081-50D1620E6CFD}" type="parTrans" cxnId="{6349C701-A008-450D-BB4D-16CF4EDD80FB}">
      <dgm:prSet/>
      <dgm:spPr/>
      <dgm:t>
        <a:bodyPr/>
        <a:lstStyle/>
        <a:p>
          <a:endParaRPr lang="en-US">
            <a:solidFill>
              <a:schemeClr val="tx1"/>
            </a:solidFill>
            <a:latin typeface="Arial" panose="020B0604020202020204" pitchFamily="34" charset="0"/>
            <a:cs typeface="Arial" panose="020B0604020202020204" pitchFamily="34" charset="0"/>
          </a:endParaRPr>
        </a:p>
      </dgm:t>
    </dgm:pt>
    <dgm:pt modelId="{88CD15A6-B885-4983-8E49-3B3F34347A60}" type="sibTrans" cxnId="{6349C701-A008-450D-BB4D-16CF4EDD80FB}">
      <dgm:prSet/>
      <dgm:spPr/>
      <dgm:t>
        <a:bodyPr/>
        <a:lstStyle/>
        <a:p>
          <a:endParaRPr lang="en-US">
            <a:solidFill>
              <a:schemeClr val="tx1"/>
            </a:solidFill>
            <a:latin typeface="Arial" panose="020B0604020202020204" pitchFamily="34" charset="0"/>
            <a:cs typeface="Arial" panose="020B0604020202020204" pitchFamily="34" charset="0"/>
          </a:endParaRPr>
        </a:p>
      </dgm:t>
    </dgm:pt>
    <dgm:pt modelId="{0B3A6AAD-580A-432F-B574-88122129594B}">
      <dgm:prSet custT="1"/>
      <dgm:spPr/>
      <dgm:t>
        <a:bodyPr/>
        <a:lstStyle/>
        <a:p>
          <a:r>
            <a:rPr lang="en-US" sz="2200">
              <a:solidFill>
                <a:schemeClr val="tx1"/>
              </a:solidFill>
              <a:latin typeface="Arial" panose="020B0604020202020204" pitchFamily="34" charset="0"/>
              <a:cs typeface="Arial" panose="020B0604020202020204" pitchFamily="34" charset="0"/>
            </a:rPr>
            <a:t>Xây dựng các tỉnh, thành phố thành khu vực phòng thủ vững chắc</a:t>
          </a:r>
        </a:p>
      </dgm:t>
    </dgm:pt>
    <dgm:pt modelId="{9561DFCE-6A95-447B-BE1F-4F6B6910EAAF}" type="parTrans" cxnId="{3AA7522A-F892-40CC-BBB3-67D360D934C0}">
      <dgm:prSet/>
      <dgm:spPr/>
      <dgm:t>
        <a:bodyPr/>
        <a:lstStyle/>
        <a:p>
          <a:endParaRPr lang="en-US">
            <a:solidFill>
              <a:schemeClr val="tx1"/>
            </a:solidFill>
            <a:latin typeface="Arial" panose="020B0604020202020204" pitchFamily="34" charset="0"/>
            <a:cs typeface="Arial" panose="020B0604020202020204" pitchFamily="34" charset="0"/>
          </a:endParaRPr>
        </a:p>
      </dgm:t>
    </dgm:pt>
    <dgm:pt modelId="{BD8C39B3-C395-4790-99B0-330F1DBDD6DC}" type="sibTrans" cxnId="{3AA7522A-F892-40CC-BBB3-67D360D934C0}">
      <dgm:prSet/>
      <dgm:spPr/>
      <dgm:t>
        <a:bodyPr/>
        <a:lstStyle/>
        <a:p>
          <a:endParaRPr lang="en-US">
            <a:solidFill>
              <a:schemeClr val="tx1"/>
            </a:solidFill>
            <a:latin typeface="Arial" panose="020B0604020202020204" pitchFamily="34" charset="0"/>
            <a:cs typeface="Arial" panose="020B0604020202020204" pitchFamily="34" charset="0"/>
          </a:endParaRPr>
        </a:p>
      </dgm:t>
    </dgm:pt>
    <dgm:pt modelId="{8B215E09-63C3-448E-9720-08BFCE0F2C24}">
      <dgm:prSet custT="1"/>
      <dgm:spPr/>
      <dgm:t>
        <a:bodyPr/>
        <a:lstStyle/>
        <a:p>
          <a:r>
            <a:rPr lang="en-US" sz="2200">
              <a:solidFill>
                <a:schemeClr val="tx1"/>
              </a:solidFill>
              <a:latin typeface="Arial" panose="020B0604020202020204" pitchFamily="34" charset="0"/>
              <a:cs typeface="Arial" panose="020B0604020202020204" pitchFamily="34" charset="0"/>
            </a:rPr>
            <a:t>Xây dựng thế trận quốc phòng toàn dân gắn với thế trận an ninh nhân dân</a:t>
          </a:r>
        </a:p>
      </dgm:t>
    </dgm:pt>
    <dgm:pt modelId="{12A4F313-640F-40D2-ABAE-5281FCE23251}" type="parTrans" cxnId="{BF2E2072-CAEC-4CEF-8DC1-B7B625B65D74}">
      <dgm:prSet/>
      <dgm:spPr/>
      <dgm:t>
        <a:bodyPr/>
        <a:lstStyle/>
        <a:p>
          <a:endParaRPr lang="en-US">
            <a:solidFill>
              <a:schemeClr val="tx1"/>
            </a:solidFill>
            <a:latin typeface="Arial" panose="020B0604020202020204" pitchFamily="34" charset="0"/>
            <a:cs typeface="Arial" panose="020B0604020202020204" pitchFamily="34" charset="0"/>
          </a:endParaRPr>
        </a:p>
      </dgm:t>
    </dgm:pt>
    <dgm:pt modelId="{859618CF-2046-432F-B160-91A87D2908BD}" type="sibTrans" cxnId="{BF2E2072-CAEC-4CEF-8DC1-B7B625B65D74}">
      <dgm:prSet/>
      <dgm:spPr/>
      <dgm:t>
        <a:bodyPr/>
        <a:lstStyle/>
        <a:p>
          <a:endParaRPr lang="en-US">
            <a:solidFill>
              <a:schemeClr val="tx1"/>
            </a:solidFill>
            <a:latin typeface="Arial" panose="020B0604020202020204" pitchFamily="34" charset="0"/>
            <a:cs typeface="Arial" panose="020B0604020202020204" pitchFamily="34" charset="0"/>
          </a:endParaRPr>
        </a:p>
      </dgm:t>
    </dgm:pt>
    <dgm:pt modelId="{56A0DC0D-8E50-4339-88A9-76ADCBC2F626}" type="pres">
      <dgm:prSet presAssocID="{BE69952D-BC3E-4A1D-B4D5-109C388BFB93}" presName="linear" presStyleCnt="0">
        <dgm:presLayoutVars>
          <dgm:dir/>
          <dgm:animLvl val="lvl"/>
          <dgm:resizeHandles val="exact"/>
        </dgm:presLayoutVars>
      </dgm:prSet>
      <dgm:spPr/>
    </dgm:pt>
    <dgm:pt modelId="{BAACE010-9755-4912-B486-BD4AE10A5260}" type="pres">
      <dgm:prSet presAssocID="{2F13FCEA-791E-4185-9F3F-5F2FF40D336A}" presName="parentLin" presStyleCnt="0"/>
      <dgm:spPr/>
    </dgm:pt>
    <dgm:pt modelId="{F1A18765-E732-4CC1-BC26-ECC7D481DCBC}" type="pres">
      <dgm:prSet presAssocID="{2F13FCEA-791E-4185-9F3F-5F2FF40D336A}" presName="parentLeftMargin" presStyleLbl="node1" presStyleIdx="0" presStyleCnt="5"/>
      <dgm:spPr/>
    </dgm:pt>
    <dgm:pt modelId="{7E4FD2B8-C077-4F54-9DD9-5F1116054025}" type="pres">
      <dgm:prSet presAssocID="{2F13FCEA-791E-4185-9F3F-5F2FF40D336A}" presName="parentText" presStyleLbl="node1" presStyleIdx="0" presStyleCnt="5" custScaleX="142857" custScaleY="146430">
        <dgm:presLayoutVars>
          <dgm:chMax val="0"/>
          <dgm:bulletEnabled val="1"/>
        </dgm:presLayoutVars>
      </dgm:prSet>
      <dgm:spPr/>
    </dgm:pt>
    <dgm:pt modelId="{204AD316-348E-402F-BFCC-097A5BC38C6F}" type="pres">
      <dgm:prSet presAssocID="{2F13FCEA-791E-4185-9F3F-5F2FF40D336A}" presName="negativeSpace" presStyleCnt="0"/>
      <dgm:spPr/>
    </dgm:pt>
    <dgm:pt modelId="{12BFA1F3-3E02-41EF-B668-0ACD0EDEC425}" type="pres">
      <dgm:prSet presAssocID="{2F13FCEA-791E-4185-9F3F-5F2FF40D336A}" presName="childText" presStyleLbl="conFgAcc1" presStyleIdx="0" presStyleCnt="5">
        <dgm:presLayoutVars>
          <dgm:bulletEnabled val="1"/>
        </dgm:presLayoutVars>
      </dgm:prSet>
      <dgm:spPr/>
    </dgm:pt>
    <dgm:pt modelId="{D3D89C85-54D0-4DCE-829A-B0AB3C5AE426}" type="pres">
      <dgm:prSet presAssocID="{2BD105C0-8516-446C-A552-5586BAAEC7D1}" presName="spaceBetweenRectangles" presStyleCnt="0"/>
      <dgm:spPr/>
    </dgm:pt>
    <dgm:pt modelId="{F57F5CCE-E912-4AE8-8CF7-F0472FCDE52E}" type="pres">
      <dgm:prSet presAssocID="{427167DD-20DB-42FF-B496-FD452FA2908E}" presName="parentLin" presStyleCnt="0"/>
      <dgm:spPr/>
    </dgm:pt>
    <dgm:pt modelId="{1AFFC3F5-59E5-4B81-A6DB-2B1144B72979}" type="pres">
      <dgm:prSet presAssocID="{427167DD-20DB-42FF-B496-FD452FA2908E}" presName="parentLeftMargin" presStyleLbl="node1" presStyleIdx="0" presStyleCnt="5"/>
      <dgm:spPr/>
    </dgm:pt>
    <dgm:pt modelId="{BE9544FD-D5B8-4B44-B518-26F643300AAF}" type="pres">
      <dgm:prSet presAssocID="{427167DD-20DB-42FF-B496-FD452FA2908E}" presName="parentText" presStyleLbl="node1" presStyleIdx="1" presStyleCnt="5" custScaleX="142857" custScaleY="146430">
        <dgm:presLayoutVars>
          <dgm:chMax val="0"/>
          <dgm:bulletEnabled val="1"/>
        </dgm:presLayoutVars>
      </dgm:prSet>
      <dgm:spPr/>
    </dgm:pt>
    <dgm:pt modelId="{C582B1A5-5597-434F-99EB-AFCAC04AA178}" type="pres">
      <dgm:prSet presAssocID="{427167DD-20DB-42FF-B496-FD452FA2908E}" presName="negativeSpace" presStyleCnt="0"/>
      <dgm:spPr/>
    </dgm:pt>
    <dgm:pt modelId="{6C9C9970-2319-4ADA-9E2D-375E00DE3A53}" type="pres">
      <dgm:prSet presAssocID="{427167DD-20DB-42FF-B496-FD452FA2908E}" presName="childText" presStyleLbl="conFgAcc1" presStyleIdx="1" presStyleCnt="5">
        <dgm:presLayoutVars>
          <dgm:bulletEnabled val="1"/>
        </dgm:presLayoutVars>
      </dgm:prSet>
      <dgm:spPr/>
    </dgm:pt>
    <dgm:pt modelId="{8453B23D-9CB5-4D7D-9ECB-898503B4D26B}" type="pres">
      <dgm:prSet presAssocID="{71C65A22-0970-4F68-B6F6-0FD1DE54FDAA}" presName="spaceBetweenRectangles" presStyleCnt="0"/>
      <dgm:spPr/>
    </dgm:pt>
    <dgm:pt modelId="{8B6338A4-0404-4EFE-929C-96B2AB5B03B5}" type="pres">
      <dgm:prSet presAssocID="{3FE120E1-6503-4F14-91D6-3F986B86408B}" presName="parentLin" presStyleCnt="0"/>
      <dgm:spPr/>
    </dgm:pt>
    <dgm:pt modelId="{19954864-89AD-4B15-887A-9FD14F85E252}" type="pres">
      <dgm:prSet presAssocID="{3FE120E1-6503-4F14-91D6-3F986B86408B}" presName="parentLeftMargin" presStyleLbl="node1" presStyleIdx="1" presStyleCnt="5"/>
      <dgm:spPr/>
    </dgm:pt>
    <dgm:pt modelId="{CCE4FDC3-DDF2-488A-B00A-D7F464ECCF76}" type="pres">
      <dgm:prSet presAssocID="{3FE120E1-6503-4F14-91D6-3F986B86408B}" presName="parentText" presStyleLbl="node1" presStyleIdx="2" presStyleCnt="5" custScaleX="142857" custScaleY="146430">
        <dgm:presLayoutVars>
          <dgm:chMax val="0"/>
          <dgm:bulletEnabled val="1"/>
        </dgm:presLayoutVars>
      </dgm:prSet>
      <dgm:spPr/>
    </dgm:pt>
    <dgm:pt modelId="{42A08A79-6747-4AE1-A0DB-5FD2D6B75C61}" type="pres">
      <dgm:prSet presAssocID="{3FE120E1-6503-4F14-91D6-3F986B86408B}" presName="negativeSpace" presStyleCnt="0"/>
      <dgm:spPr/>
    </dgm:pt>
    <dgm:pt modelId="{2F5933EE-1635-4055-A40C-E9527AB8D40A}" type="pres">
      <dgm:prSet presAssocID="{3FE120E1-6503-4F14-91D6-3F986B86408B}" presName="childText" presStyleLbl="conFgAcc1" presStyleIdx="2" presStyleCnt="5">
        <dgm:presLayoutVars>
          <dgm:bulletEnabled val="1"/>
        </dgm:presLayoutVars>
      </dgm:prSet>
      <dgm:spPr/>
    </dgm:pt>
    <dgm:pt modelId="{E214541F-F66C-4389-ADDB-9E49275FD302}" type="pres">
      <dgm:prSet presAssocID="{88CD15A6-B885-4983-8E49-3B3F34347A60}" presName="spaceBetweenRectangles" presStyleCnt="0"/>
      <dgm:spPr/>
    </dgm:pt>
    <dgm:pt modelId="{F52FE20D-3631-4946-86A8-2ED2B18D5518}" type="pres">
      <dgm:prSet presAssocID="{0B3A6AAD-580A-432F-B574-88122129594B}" presName="parentLin" presStyleCnt="0"/>
      <dgm:spPr/>
    </dgm:pt>
    <dgm:pt modelId="{F04F50C6-A32F-4C3D-A8B7-0E31AF3B43CA}" type="pres">
      <dgm:prSet presAssocID="{0B3A6AAD-580A-432F-B574-88122129594B}" presName="parentLeftMargin" presStyleLbl="node1" presStyleIdx="2" presStyleCnt="5"/>
      <dgm:spPr/>
    </dgm:pt>
    <dgm:pt modelId="{05E030DC-A91C-4367-922D-B561418899D2}" type="pres">
      <dgm:prSet presAssocID="{0B3A6AAD-580A-432F-B574-88122129594B}" presName="parentText" presStyleLbl="node1" presStyleIdx="3" presStyleCnt="5" custScaleX="142857" custScaleY="146430">
        <dgm:presLayoutVars>
          <dgm:chMax val="0"/>
          <dgm:bulletEnabled val="1"/>
        </dgm:presLayoutVars>
      </dgm:prSet>
      <dgm:spPr/>
    </dgm:pt>
    <dgm:pt modelId="{D8707FDF-8FE5-4FA5-9D5F-703628308C7D}" type="pres">
      <dgm:prSet presAssocID="{0B3A6AAD-580A-432F-B574-88122129594B}" presName="negativeSpace" presStyleCnt="0"/>
      <dgm:spPr/>
    </dgm:pt>
    <dgm:pt modelId="{7731B433-4CFE-4BC8-B622-F336A96C7FB3}" type="pres">
      <dgm:prSet presAssocID="{0B3A6AAD-580A-432F-B574-88122129594B}" presName="childText" presStyleLbl="conFgAcc1" presStyleIdx="3" presStyleCnt="5">
        <dgm:presLayoutVars>
          <dgm:bulletEnabled val="1"/>
        </dgm:presLayoutVars>
      </dgm:prSet>
      <dgm:spPr/>
    </dgm:pt>
    <dgm:pt modelId="{267A56FC-E11C-49D8-A528-9C485B3E1184}" type="pres">
      <dgm:prSet presAssocID="{BD8C39B3-C395-4790-99B0-330F1DBDD6DC}" presName="spaceBetweenRectangles" presStyleCnt="0"/>
      <dgm:spPr/>
    </dgm:pt>
    <dgm:pt modelId="{0E1CF035-0F29-4B1D-B519-503E1242753E}" type="pres">
      <dgm:prSet presAssocID="{8B215E09-63C3-448E-9720-08BFCE0F2C24}" presName="parentLin" presStyleCnt="0"/>
      <dgm:spPr/>
    </dgm:pt>
    <dgm:pt modelId="{E119F00B-9E81-43BB-A99D-59809E790249}" type="pres">
      <dgm:prSet presAssocID="{8B215E09-63C3-448E-9720-08BFCE0F2C24}" presName="parentLeftMargin" presStyleLbl="node1" presStyleIdx="3" presStyleCnt="5"/>
      <dgm:spPr/>
    </dgm:pt>
    <dgm:pt modelId="{3913E3B9-D0DE-4A19-A822-6DCF621D70B8}" type="pres">
      <dgm:prSet presAssocID="{8B215E09-63C3-448E-9720-08BFCE0F2C24}" presName="parentText" presStyleLbl="node1" presStyleIdx="4" presStyleCnt="5" custScaleX="142857" custScaleY="145738">
        <dgm:presLayoutVars>
          <dgm:chMax val="0"/>
          <dgm:bulletEnabled val="1"/>
        </dgm:presLayoutVars>
      </dgm:prSet>
      <dgm:spPr/>
    </dgm:pt>
    <dgm:pt modelId="{E7989FE2-C6C2-424E-B444-7F4658D8E0C1}" type="pres">
      <dgm:prSet presAssocID="{8B215E09-63C3-448E-9720-08BFCE0F2C24}" presName="negativeSpace" presStyleCnt="0"/>
      <dgm:spPr/>
    </dgm:pt>
    <dgm:pt modelId="{1D4E1763-BD59-447D-AD7C-70ECD745FBE8}" type="pres">
      <dgm:prSet presAssocID="{8B215E09-63C3-448E-9720-08BFCE0F2C24}" presName="childText" presStyleLbl="conFgAcc1" presStyleIdx="4" presStyleCnt="5">
        <dgm:presLayoutVars>
          <dgm:bulletEnabled val="1"/>
        </dgm:presLayoutVars>
      </dgm:prSet>
      <dgm:spPr/>
    </dgm:pt>
  </dgm:ptLst>
  <dgm:cxnLst>
    <dgm:cxn modelId="{6349C701-A008-450D-BB4D-16CF4EDD80FB}" srcId="{BE69952D-BC3E-4A1D-B4D5-109C388BFB93}" destId="{3FE120E1-6503-4F14-91D6-3F986B86408B}" srcOrd="2" destOrd="0" parTransId="{9116E2F9-D619-4ECF-9081-50D1620E6CFD}" sibTransId="{88CD15A6-B885-4983-8E49-3B3F34347A60}"/>
    <dgm:cxn modelId="{3AA7522A-F892-40CC-BBB3-67D360D934C0}" srcId="{BE69952D-BC3E-4A1D-B4D5-109C388BFB93}" destId="{0B3A6AAD-580A-432F-B574-88122129594B}" srcOrd="3" destOrd="0" parTransId="{9561DFCE-6A95-447B-BE1F-4F6B6910EAAF}" sibTransId="{BD8C39B3-C395-4790-99B0-330F1DBDD6DC}"/>
    <dgm:cxn modelId="{6E7FE92B-156A-4F3A-8F76-262E6BA52357}" type="presOf" srcId="{0B3A6AAD-580A-432F-B574-88122129594B}" destId="{05E030DC-A91C-4367-922D-B561418899D2}" srcOrd="1" destOrd="0" presId="urn:microsoft.com/office/officeart/2005/8/layout/list1"/>
    <dgm:cxn modelId="{448B2D36-D790-4EDF-93F6-4D27B6754765}" type="presOf" srcId="{0B3A6AAD-580A-432F-B574-88122129594B}" destId="{F04F50C6-A32F-4C3D-A8B7-0E31AF3B43CA}" srcOrd="0" destOrd="0" presId="urn:microsoft.com/office/officeart/2005/8/layout/list1"/>
    <dgm:cxn modelId="{1EB0C364-ECF7-4A63-AD37-1E039C505DC9}" type="presOf" srcId="{BE69952D-BC3E-4A1D-B4D5-109C388BFB93}" destId="{56A0DC0D-8E50-4339-88A9-76ADCBC2F626}" srcOrd="0" destOrd="0" presId="urn:microsoft.com/office/officeart/2005/8/layout/list1"/>
    <dgm:cxn modelId="{FD23AB47-D107-419E-B59A-BB77B5C3CF8B}" type="presOf" srcId="{2F13FCEA-791E-4185-9F3F-5F2FF40D336A}" destId="{7E4FD2B8-C077-4F54-9DD9-5F1116054025}" srcOrd="1" destOrd="0" presId="urn:microsoft.com/office/officeart/2005/8/layout/list1"/>
    <dgm:cxn modelId="{BF2E2072-CAEC-4CEF-8DC1-B7B625B65D74}" srcId="{BE69952D-BC3E-4A1D-B4D5-109C388BFB93}" destId="{8B215E09-63C3-448E-9720-08BFCE0F2C24}" srcOrd="4" destOrd="0" parTransId="{12A4F313-640F-40D2-ABAE-5281FCE23251}" sibTransId="{859618CF-2046-432F-B160-91A87D2908BD}"/>
    <dgm:cxn modelId="{B4794573-4741-4E37-A837-856CB4720B7D}" type="presOf" srcId="{8B215E09-63C3-448E-9720-08BFCE0F2C24}" destId="{3913E3B9-D0DE-4A19-A822-6DCF621D70B8}" srcOrd="1" destOrd="0" presId="urn:microsoft.com/office/officeart/2005/8/layout/list1"/>
    <dgm:cxn modelId="{D715017C-EAE2-4361-ABB2-2C1A9C885A63}" srcId="{BE69952D-BC3E-4A1D-B4D5-109C388BFB93}" destId="{2F13FCEA-791E-4185-9F3F-5F2FF40D336A}" srcOrd="0" destOrd="0" parTransId="{AC8DB8C9-B9F8-4129-854A-36A7814DB0AF}" sibTransId="{2BD105C0-8516-446C-A552-5586BAAEC7D1}"/>
    <dgm:cxn modelId="{E6BC767F-2BF7-4E90-B6C6-A18859B37532}" type="presOf" srcId="{8B215E09-63C3-448E-9720-08BFCE0F2C24}" destId="{E119F00B-9E81-43BB-A99D-59809E790249}" srcOrd="0" destOrd="0" presId="urn:microsoft.com/office/officeart/2005/8/layout/list1"/>
    <dgm:cxn modelId="{77C19982-B589-40F8-BF53-A83A5711725C}" srcId="{BE69952D-BC3E-4A1D-B4D5-109C388BFB93}" destId="{427167DD-20DB-42FF-B496-FD452FA2908E}" srcOrd="1" destOrd="0" parTransId="{B34A7756-3995-4D3A-BCC7-4D4A3227E1F2}" sibTransId="{71C65A22-0970-4F68-B6F6-0FD1DE54FDAA}"/>
    <dgm:cxn modelId="{9B9D02C9-E032-4713-BD52-681E50A06775}" type="presOf" srcId="{2F13FCEA-791E-4185-9F3F-5F2FF40D336A}" destId="{F1A18765-E732-4CC1-BC26-ECC7D481DCBC}" srcOrd="0" destOrd="0" presId="urn:microsoft.com/office/officeart/2005/8/layout/list1"/>
    <dgm:cxn modelId="{082B02D4-633F-4687-A9D9-05206A345D8C}" type="presOf" srcId="{427167DD-20DB-42FF-B496-FD452FA2908E}" destId="{1AFFC3F5-59E5-4B81-A6DB-2B1144B72979}" srcOrd="0" destOrd="0" presId="urn:microsoft.com/office/officeart/2005/8/layout/list1"/>
    <dgm:cxn modelId="{CB597ED8-4A45-41D4-BC9B-B6246B123B40}" type="presOf" srcId="{427167DD-20DB-42FF-B496-FD452FA2908E}" destId="{BE9544FD-D5B8-4B44-B518-26F643300AAF}" srcOrd="1" destOrd="0" presId="urn:microsoft.com/office/officeart/2005/8/layout/list1"/>
    <dgm:cxn modelId="{57AE91DA-CAC2-4B18-AE29-33BE982CAA70}" type="presOf" srcId="{3FE120E1-6503-4F14-91D6-3F986B86408B}" destId="{19954864-89AD-4B15-887A-9FD14F85E252}" srcOrd="0" destOrd="0" presId="urn:microsoft.com/office/officeart/2005/8/layout/list1"/>
    <dgm:cxn modelId="{EA7599F4-B2B4-4C66-8DDF-6EA1879C0E84}" type="presOf" srcId="{3FE120E1-6503-4F14-91D6-3F986B86408B}" destId="{CCE4FDC3-DDF2-488A-B00A-D7F464ECCF76}" srcOrd="1" destOrd="0" presId="urn:microsoft.com/office/officeart/2005/8/layout/list1"/>
    <dgm:cxn modelId="{869FAB62-5B55-41FD-BF4F-F07D88B7F5EC}" type="presParOf" srcId="{56A0DC0D-8E50-4339-88A9-76ADCBC2F626}" destId="{BAACE010-9755-4912-B486-BD4AE10A5260}" srcOrd="0" destOrd="0" presId="urn:microsoft.com/office/officeart/2005/8/layout/list1"/>
    <dgm:cxn modelId="{4B854256-9E7F-470C-AD42-0DC41503B5E5}" type="presParOf" srcId="{BAACE010-9755-4912-B486-BD4AE10A5260}" destId="{F1A18765-E732-4CC1-BC26-ECC7D481DCBC}" srcOrd="0" destOrd="0" presId="urn:microsoft.com/office/officeart/2005/8/layout/list1"/>
    <dgm:cxn modelId="{28F896D9-7BE6-4E64-B4B4-5E3DA0C11B38}" type="presParOf" srcId="{BAACE010-9755-4912-B486-BD4AE10A5260}" destId="{7E4FD2B8-C077-4F54-9DD9-5F1116054025}" srcOrd="1" destOrd="0" presId="urn:microsoft.com/office/officeart/2005/8/layout/list1"/>
    <dgm:cxn modelId="{83386531-780C-4C15-BD5D-891DFE095044}" type="presParOf" srcId="{56A0DC0D-8E50-4339-88A9-76ADCBC2F626}" destId="{204AD316-348E-402F-BFCC-097A5BC38C6F}" srcOrd="1" destOrd="0" presId="urn:microsoft.com/office/officeart/2005/8/layout/list1"/>
    <dgm:cxn modelId="{CBCD327C-6049-4B27-B344-37F8922775B2}" type="presParOf" srcId="{56A0DC0D-8E50-4339-88A9-76ADCBC2F626}" destId="{12BFA1F3-3E02-41EF-B668-0ACD0EDEC425}" srcOrd="2" destOrd="0" presId="urn:microsoft.com/office/officeart/2005/8/layout/list1"/>
    <dgm:cxn modelId="{5C230FFC-6610-45E5-87EC-D09B103E8620}" type="presParOf" srcId="{56A0DC0D-8E50-4339-88A9-76ADCBC2F626}" destId="{D3D89C85-54D0-4DCE-829A-B0AB3C5AE426}" srcOrd="3" destOrd="0" presId="urn:microsoft.com/office/officeart/2005/8/layout/list1"/>
    <dgm:cxn modelId="{DA83AD9C-7C04-4394-83BC-9ACCD81F4C52}" type="presParOf" srcId="{56A0DC0D-8E50-4339-88A9-76ADCBC2F626}" destId="{F57F5CCE-E912-4AE8-8CF7-F0472FCDE52E}" srcOrd="4" destOrd="0" presId="urn:microsoft.com/office/officeart/2005/8/layout/list1"/>
    <dgm:cxn modelId="{F5AE3F0A-8D2C-4504-A16D-18DF25622346}" type="presParOf" srcId="{F57F5CCE-E912-4AE8-8CF7-F0472FCDE52E}" destId="{1AFFC3F5-59E5-4B81-A6DB-2B1144B72979}" srcOrd="0" destOrd="0" presId="urn:microsoft.com/office/officeart/2005/8/layout/list1"/>
    <dgm:cxn modelId="{81D07D72-C301-435F-994B-0B9F1CA90489}" type="presParOf" srcId="{F57F5CCE-E912-4AE8-8CF7-F0472FCDE52E}" destId="{BE9544FD-D5B8-4B44-B518-26F643300AAF}" srcOrd="1" destOrd="0" presId="urn:microsoft.com/office/officeart/2005/8/layout/list1"/>
    <dgm:cxn modelId="{CD64744F-9330-4B44-9AB1-14B471827940}" type="presParOf" srcId="{56A0DC0D-8E50-4339-88A9-76ADCBC2F626}" destId="{C582B1A5-5597-434F-99EB-AFCAC04AA178}" srcOrd="5" destOrd="0" presId="urn:microsoft.com/office/officeart/2005/8/layout/list1"/>
    <dgm:cxn modelId="{546A92C1-5C05-47D2-AFD2-C36E7EF317FB}" type="presParOf" srcId="{56A0DC0D-8E50-4339-88A9-76ADCBC2F626}" destId="{6C9C9970-2319-4ADA-9E2D-375E00DE3A53}" srcOrd="6" destOrd="0" presId="urn:microsoft.com/office/officeart/2005/8/layout/list1"/>
    <dgm:cxn modelId="{557D0C5C-8D13-4656-934C-B545FFE5B925}" type="presParOf" srcId="{56A0DC0D-8E50-4339-88A9-76ADCBC2F626}" destId="{8453B23D-9CB5-4D7D-9ECB-898503B4D26B}" srcOrd="7" destOrd="0" presId="urn:microsoft.com/office/officeart/2005/8/layout/list1"/>
    <dgm:cxn modelId="{17B6CC71-219D-4DCD-B81D-134D9832959A}" type="presParOf" srcId="{56A0DC0D-8E50-4339-88A9-76ADCBC2F626}" destId="{8B6338A4-0404-4EFE-929C-96B2AB5B03B5}" srcOrd="8" destOrd="0" presId="urn:microsoft.com/office/officeart/2005/8/layout/list1"/>
    <dgm:cxn modelId="{85D215E7-06B4-42A8-84B4-0C768DB73933}" type="presParOf" srcId="{8B6338A4-0404-4EFE-929C-96B2AB5B03B5}" destId="{19954864-89AD-4B15-887A-9FD14F85E252}" srcOrd="0" destOrd="0" presId="urn:microsoft.com/office/officeart/2005/8/layout/list1"/>
    <dgm:cxn modelId="{334BF27C-19D4-40FF-B10F-3E22FF0CAD57}" type="presParOf" srcId="{8B6338A4-0404-4EFE-929C-96B2AB5B03B5}" destId="{CCE4FDC3-DDF2-488A-B00A-D7F464ECCF76}" srcOrd="1" destOrd="0" presId="urn:microsoft.com/office/officeart/2005/8/layout/list1"/>
    <dgm:cxn modelId="{6E68CB3E-0BD8-4DEA-964C-E667069AB6D8}" type="presParOf" srcId="{56A0DC0D-8E50-4339-88A9-76ADCBC2F626}" destId="{42A08A79-6747-4AE1-A0DB-5FD2D6B75C61}" srcOrd="9" destOrd="0" presId="urn:microsoft.com/office/officeart/2005/8/layout/list1"/>
    <dgm:cxn modelId="{05FE774F-29A2-48C3-99E9-F63A97138628}" type="presParOf" srcId="{56A0DC0D-8E50-4339-88A9-76ADCBC2F626}" destId="{2F5933EE-1635-4055-A40C-E9527AB8D40A}" srcOrd="10" destOrd="0" presId="urn:microsoft.com/office/officeart/2005/8/layout/list1"/>
    <dgm:cxn modelId="{C642B86E-5F70-45EE-93B7-FD772F27AFCF}" type="presParOf" srcId="{56A0DC0D-8E50-4339-88A9-76ADCBC2F626}" destId="{E214541F-F66C-4389-ADDB-9E49275FD302}" srcOrd="11" destOrd="0" presId="urn:microsoft.com/office/officeart/2005/8/layout/list1"/>
    <dgm:cxn modelId="{4B85F3F1-F29E-4E88-BF57-03CCFC7D995F}" type="presParOf" srcId="{56A0DC0D-8E50-4339-88A9-76ADCBC2F626}" destId="{F52FE20D-3631-4946-86A8-2ED2B18D5518}" srcOrd="12" destOrd="0" presId="urn:microsoft.com/office/officeart/2005/8/layout/list1"/>
    <dgm:cxn modelId="{C3CA38E2-6773-4039-A9FA-AB7680CAAA39}" type="presParOf" srcId="{F52FE20D-3631-4946-86A8-2ED2B18D5518}" destId="{F04F50C6-A32F-4C3D-A8B7-0E31AF3B43CA}" srcOrd="0" destOrd="0" presId="urn:microsoft.com/office/officeart/2005/8/layout/list1"/>
    <dgm:cxn modelId="{E1412AB1-5F43-4DE8-9D11-3AC56EBA3378}" type="presParOf" srcId="{F52FE20D-3631-4946-86A8-2ED2B18D5518}" destId="{05E030DC-A91C-4367-922D-B561418899D2}" srcOrd="1" destOrd="0" presId="urn:microsoft.com/office/officeart/2005/8/layout/list1"/>
    <dgm:cxn modelId="{199099DC-A361-4E59-91F8-25DFFB93225E}" type="presParOf" srcId="{56A0DC0D-8E50-4339-88A9-76ADCBC2F626}" destId="{D8707FDF-8FE5-4FA5-9D5F-703628308C7D}" srcOrd="13" destOrd="0" presId="urn:microsoft.com/office/officeart/2005/8/layout/list1"/>
    <dgm:cxn modelId="{88F52F64-DDC5-4E46-9D68-D42FB8A3908B}" type="presParOf" srcId="{56A0DC0D-8E50-4339-88A9-76ADCBC2F626}" destId="{7731B433-4CFE-4BC8-B622-F336A96C7FB3}" srcOrd="14" destOrd="0" presId="urn:microsoft.com/office/officeart/2005/8/layout/list1"/>
    <dgm:cxn modelId="{CE7D3BEA-0698-45E1-BB30-E3171EA47FB8}" type="presParOf" srcId="{56A0DC0D-8E50-4339-88A9-76ADCBC2F626}" destId="{267A56FC-E11C-49D8-A528-9C485B3E1184}" srcOrd="15" destOrd="0" presId="urn:microsoft.com/office/officeart/2005/8/layout/list1"/>
    <dgm:cxn modelId="{5BDBE3B1-5842-46D2-AA12-E2DDE58A76C1}" type="presParOf" srcId="{56A0DC0D-8E50-4339-88A9-76ADCBC2F626}" destId="{0E1CF035-0F29-4B1D-B519-503E1242753E}" srcOrd="16" destOrd="0" presId="urn:microsoft.com/office/officeart/2005/8/layout/list1"/>
    <dgm:cxn modelId="{24755D88-F214-4BF7-A95E-1E5E20981FFD}" type="presParOf" srcId="{0E1CF035-0F29-4B1D-B519-503E1242753E}" destId="{E119F00B-9E81-43BB-A99D-59809E790249}" srcOrd="0" destOrd="0" presId="urn:microsoft.com/office/officeart/2005/8/layout/list1"/>
    <dgm:cxn modelId="{D19B31F4-F254-484B-A0F1-95F3462A2848}" type="presParOf" srcId="{0E1CF035-0F29-4B1D-B519-503E1242753E}" destId="{3913E3B9-D0DE-4A19-A822-6DCF621D70B8}" srcOrd="1" destOrd="0" presId="urn:microsoft.com/office/officeart/2005/8/layout/list1"/>
    <dgm:cxn modelId="{0FAAF49C-C37E-42D6-98F7-1259E7CA41E6}" type="presParOf" srcId="{56A0DC0D-8E50-4339-88A9-76ADCBC2F626}" destId="{E7989FE2-C6C2-424E-B444-7F4658D8E0C1}" srcOrd="17" destOrd="0" presId="urn:microsoft.com/office/officeart/2005/8/layout/list1"/>
    <dgm:cxn modelId="{D6BA5B51-9368-48B1-8EF8-5AC73DBA33E5}" type="presParOf" srcId="{56A0DC0D-8E50-4339-88A9-76ADCBC2F626}" destId="{1D4E1763-BD59-447D-AD7C-70ECD745FBE8}"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FA1F3-3E02-41EF-B668-0ACD0EDEC425}">
      <dsp:nvSpPr>
        <dsp:cNvPr id="0" name=""/>
        <dsp:cNvSpPr/>
      </dsp:nvSpPr>
      <dsp:spPr>
        <a:xfrm>
          <a:off x="0" y="402441"/>
          <a:ext cx="8357420" cy="3528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E4FD2B8-C077-4F54-9DD9-5F1116054025}">
      <dsp:nvSpPr>
        <dsp:cNvPr id="0" name=""/>
        <dsp:cNvSpPr/>
      </dsp:nvSpPr>
      <dsp:spPr>
        <a:xfrm>
          <a:off x="397875" y="3915"/>
          <a:ext cx="7957496" cy="60516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1123" tIns="0" rIns="221123" bIns="0" numCol="1" spcCol="1270" anchor="ctr" anchorCtr="0">
          <a:noAutofit/>
        </a:bodyPr>
        <a:lstStyle/>
        <a:p>
          <a:pPr marL="0" lvl="0" indent="0" algn="l" defTabSz="977900">
            <a:lnSpc>
              <a:spcPct val="90000"/>
            </a:lnSpc>
            <a:spcBef>
              <a:spcPct val="0"/>
            </a:spcBef>
            <a:spcAft>
              <a:spcPct val="35000"/>
            </a:spcAft>
            <a:buNone/>
          </a:pPr>
          <a:r>
            <a:rPr lang="en-US" sz="2200" kern="1200">
              <a:solidFill>
                <a:schemeClr val="tx1"/>
              </a:solidFill>
              <a:latin typeface="Arial" panose="020B0604020202020204" pitchFamily="34" charset="0"/>
              <a:cs typeface="Arial" panose="020B0604020202020204" pitchFamily="34" charset="0"/>
            </a:rPr>
            <a:t>Xây dựng “thế trận lòng dân” vững chắc</a:t>
          </a:r>
        </a:p>
      </dsp:txBody>
      <dsp:txXfrm>
        <a:off x="427417" y="33457"/>
        <a:ext cx="7898412" cy="546081"/>
      </dsp:txXfrm>
    </dsp:sp>
    <dsp:sp modelId="{6C9C9970-2319-4ADA-9E2D-375E00DE3A53}">
      <dsp:nvSpPr>
        <dsp:cNvPr id="0" name=""/>
        <dsp:cNvSpPr/>
      </dsp:nvSpPr>
      <dsp:spPr>
        <a:xfrm>
          <a:off x="0" y="1229366"/>
          <a:ext cx="8357420" cy="352800"/>
        </a:xfrm>
        <a:prstGeom prst="rect">
          <a:avLst/>
        </a:prstGeom>
        <a:solidFill>
          <a:schemeClr val="lt1">
            <a:alpha val="90000"/>
            <a:hueOff val="0"/>
            <a:satOff val="0"/>
            <a:lumOff val="0"/>
            <a:alphaOff val="0"/>
          </a:schemeClr>
        </a:solidFill>
        <a:ln w="12700" cap="flat" cmpd="sng" algn="ctr">
          <a:solidFill>
            <a:schemeClr val="accent4">
              <a:hueOff val="2450223"/>
              <a:satOff val="-10194"/>
              <a:lumOff val="2402"/>
              <a:alphaOff val="0"/>
            </a:schemeClr>
          </a:solidFill>
          <a:prstDash val="solid"/>
          <a:miter lim="800000"/>
        </a:ln>
        <a:effectLst/>
      </dsp:spPr>
      <dsp:style>
        <a:lnRef idx="2">
          <a:scrgbClr r="0" g="0" b="0"/>
        </a:lnRef>
        <a:fillRef idx="1">
          <a:scrgbClr r="0" g="0" b="0"/>
        </a:fillRef>
        <a:effectRef idx="0">
          <a:scrgbClr r="0" g="0" b="0"/>
        </a:effectRef>
        <a:fontRef idx="minor"/>
      </dsp:style>
    </dsp:sp>
    <dsp:sp modelId="{BE9544FD-D5B8-4B44-B518-26F643300AAF}">
      <dsp:nvSpPr>
        <dsp:cNvPr id="0" name=""/>
        <dsp:cNvSpPr/>
      </dsp:nvSpPr>
      <dsp:spPr>
        <a:xfrm>
          <a:off x="397875" y="830841"/>
          <a:ext cx="7957496" cy="605165"/>
        </a:xfrm>
        <a:prstGeom prst="roundRect">
          <a:avLst/>
        </a:prstGeom>
        <a:solidFill>
          <a:schemeClr val="accent4">
            <a:hueOff val="2450223"/>
            <a:satOff val="-10194"/>
            <a:lumOff val="24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1123" tIns="0" rIns="221123" bIns="0" numCol="1" spcCol="1270" anchor="ctr" anchorCtr="0">
          <a:noAutofit/>
        </a:bodyPr>
        <a:lstStyle/>
        <a:p>
          <a:pPr marL="0" lvl="0" indent="0" algn="l" defTabSz="977900">
            <a:lnSpc>
              <a:spcPct val="90000"/>
            </a:lnSpc>
            <a:spcBef>
              <a:spcPct val="0"/>
            </a:spcBef>
            <a:spcAft>
              <a:spcPct val="35000"/>
            </a:spcAft>
            <a:buNone/>
          </a:pPr>
          <a:r>
            <a:rPr lang="en-US" sz="2200" kern="1200">
              <a:solidFill>
                <a:schemeClr val="tx1"/>
              </a:solidFill>
              <a:latin typeface="Arial" panose="020B0604020202020204" pitchFamily="34" charset="0"/>
              <a:cs typeface="Arial" panose="020B0604020202020204" pitchFamily="34" charset="0"/>
            </a:rPr>
            <a:t>Kết hợp quốc phòng, an ninh với kinh tế - xã hội và kinh tế - xã hội với quốc phòng, an ninh</a:t>
          </a:r>
        </a:p>
      </dsp:txBody>
      <dsp:txXfrm>
        <a:off x="427417" y="860383"/>
        <a:ext cx="7898412" cy="546081"/>
      </dsp:txXfrm>
    </dsp:sp>
    <dsp:sp modelId="{2F5933EE-1635-4055-A40C-E9527AB8D40A}">
      <dsp:nvSpPr>
        <dsp:cNvPr id="0" name=""/>
        <dsp:cNvSpPr/>
      </dsp:nvSpPr>
      <dsp:spPr>
        <a:xfrm>
          <a:off x="0" y="2056292"/>
          <a:ext cx="8357420" cy="352800"/>
        </a:xfrm>
        <a:prstGeom prst="rect">
          <a:avLst/>
        </a:prstGeom>
        <a:solidFill>
          <a:schemeClr val="lt1">
            <a:alpha val="90000"/>
            <a:hueOff val="0"/>
            <a:satOff val="0"/>
            <a:lumOff val="0"/>
            <a:alphaOff val="0"/>
          </a:schemeClr>
        </a:solidFill>
        <a:ln w="12700" cap="flat" cmpd="sng" algn="ctr">
          <a:solidFill>
            <a:schemeClr val="accent4">
              <a:hueOff val="4900445"/>
              <a:satOff val="-20388"/>
              <a:lumOff val="4804"/>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E4FDC3-DDF2-488A-B00A-D7F464ECCF76}">
      <dsp:nvSpPr>
        <dsp:cNvPr id="0" name=""/>
        <dsp:cNvSpPr/>
      </dsp:nvSpPr>
      <dsp:spPr>
        <a:xfrm>
          <a:off x="397875" y="1657766"/>
          <a:ext cx="7957496" cy="605165"/>
        </a:xfrm>
        <a:prstGeom prst="roundRect">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1123" tIns="0" rIns="221123" bIns="0" numCol="1" spcCol="1270" anchor="ctr" anchorCtr="0">
          <a:noAutofit/>
        </a:bodyPr>
        <a:lstStyle/>
        <a:p>
          <a:pPr marL="0" lvl="0" indent="0" algn="l" defTabSz="977900">
            <a:lnSpc>
              <a:spcPct val="90000"/>
            </a:lnSpc>
            <a:spcBef>
              <a:spcPct val="0"/>
            </a:spcBef>
            <a:spcAft>
              <a:spcPct val="35000"/>
            </a:spcAft>
            <a:buNone/>
          </a:pPr>
          <a:r>
            <a:rPr lang="vi-VN" sz="2200" kern="1200">
              <a:solidFill>
                <a:schemeClr val="tx1"/>
              </a:solidFill>
              <a:latin typeface="Arial" panose="020B0604020202020204" pitchFamily="34" charset="0"/>
              <a:cs typeface="Arial" panose="020B0604020202020204" pitchFamily="34" charset="0"/>
            </a:rPr>
            <a:t>Xây dựng quân khu vững mạnh toàn diện, hợp thành hệ thống phòng thủ đất nước</a:t>
          </a:r>
          <a:endParaRPr lang="en-US" sz="2200" kern="1200">
            <a:solidFill>
              <a:schemeClr val="tx1"/>
            </a:solidFill>
            <a:latin typeface="Arial" panose="020B0604020202020204" pitchFamily="34" charset="0"/>
            <a:cs typeface="Arial" panose="020B0604020202020204" pitchFamily="34" charset="0"/>
          </a:endParaRPr>
        </a:p>
      </dsp:txBody>
      <dsp:txXfrm>
        <a:off x="427417" y="1687308"/>
        <a:ext cx="7898412" cy="546081"/>
      </dsp:txXfrm>
    </dsp:sp>
    <dsp:sp modelId="{7731B433-4CFE-4BC8-B622-F336A96C7FB3}">
      <dsp:nvSpPr>
        <dsp:cNvPr id="0" name=""/>
        <dsp:cNvSpPr/>
      </dsp:nvSpPr>
      <dsp:spPr>
        <a:xfrm>
          <a:off x="0" y="2883218"/>
          <a:ext cx="8357420" cy="352800"/>
        </a:xfrm>
        <a:prstGeom prst="rect">
          <a:avLst/>
        </a:prstGeom>
        <a:solidFill>
          <a:schemeClr val="lt1">
            <a:alpha val="90000"/>
            <a:hueOff val="0"/>
            <a:satOff val="0"/>
            <a:lumOff val="0"/>
            <a:alphaOff val="0"/>
          </a:schemeClr>
        </a:solidFill>
        <a:ln w="12700" cap="flat" cmpd="sng" algn="ctr">
          <a:solidFill>
            <a:schemeClr val="accent4">
              <a:hueOff val="7350668"/>
              <a:satOff val="-30583"/>
              <a:lumOff val="7206"/>
              <a:alphaOff val="0"/>
            </a:schemeClr>
          </a:solidFill>
          <a:prstDash val="solid"/>
          <a:miter lim="800000"/>
        </a:ln>
        <a:effectLst/>
      </dsp:spPr>
      <dsp:style>
        <a:lnRef idx="2">
          <a:scrgbClr r="0" g="0" b="0"/>
        </a:lnRef>
        <a:fillRef idx="1">
          <a:scrgbClr r="0" g="0" b="0"/>
        </a:fillRef>
        <a:effectRef idx="0">
          <a:scrgbClr r="0" g="0" b="0"/>
        </a:effectRef>
        <a:fontRef idx="minor"/>
      </dsp:style>
    </dsp:sp>
    <dsp:sp modelId="{05E030DC-A91C-4367-922D-B561418899D2}">
      <dsp:nvSpPr>
        <dsp:cNvPr id="0" name=""/>
        <dsp:cNvSpPr/>
      </dsp:nvSpPr>
      <dsp:spPr>
        <a:xfrm>
          <a:off x="397875" y="2484692"/>
          <a:ext cx="7957496" cy="605165"/>
        </a:xfrm>
        <a:prstGeom prst="roundRect">
          <a:avLst/>
        </a:prstGeom>
        <a:solidFill>
          <a:schemeClr val="accent4">
            <a:hueOff val="7350668"/>
            <a:satOff val="-30583"/>
            <a:lumOff val="72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1123" tIns="0" rIns="221123" bIns="0" numCol="1" spcCol="1270" anchor="ctr" anchorCtr="0">
          <a:noAutofit/>
        </a:bodyPr>
        <a:lstStyle/>
        <a:p>
          <a:pPr marL="0" lvl="0" indent="0" algn="l" defTabSz="977900">
            <a:lnSpc>
              <a:spcPct val="90000"/>
            </a:lnSpc>
            <a:spcBef>
              <a:spcPct val="0"/>
            </a:spcBef>
            <a:spcAft>
              <a:spcPct val="35000"/>
            </a:spcAft>
            <a:buNone/>
          </a:pPr>
          <a:r>
            <a:rPr lang="en-US" sz="2200" kern="1200">
              <a:solidFill>
                <a:schemeClr val="tx1"/>
              </a:solidFill>
              <a:latin typeface="Arial" panose="020B0604020202020204" pitchFamily="34" charset="0"/>
              <a:cs typeface="Arial" panose="020B0604020202020204" pitchFamily="34" charset="0"/>
            </a:rPr>
            <a:t>Xây dựng các tỉnh, thành phố thành khu vực phòng thủ vững chắc</a:t>
          </a:r>
        </a:p>
      </dsp:txBody>
      <dsp:txXfrm>
        <a:off x="427417" y="2514234"/>
        <a:ext cx="7898412" cy="546081"/>
      </dsp:txXfrm>
    </dsp:sp>
    <dsp:sp modelId="{1D4E1763-BD59-447D-AD7C-70ECD745FBE8}">
      <dsp:nvSpPr>
        <dsp:cNvPr id="0" name=""/>
        <dsp:cNvSpPr/>
      </dsp:nvSpPr>
      <dsp:spPr>
        <a:xfrm>
          <a:off x="0" y="3707284"/>
          <a:ext cx="8357420" cy="352800"/>
        </a:xfrm>
        <a:prstGeom prst="rect">
          <a:avLst/>
        </a:prstGeom>
        <a:solidFill>
          <a:schemeClr val="lt1">
            <a:alpha val="90000"/>
            <a:hueOff val="0"/>
            <a:satOff val="0"/>
            <a:lumOff val="0"/>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13E3B9-D0DE-4A19-A822-6DCF621D70B8}">
      <dsp:nvSpPr>
        <dsp:cNvPr id="0" name=""/>
        <dsp:cNvSpPr/>
      </dsp:nvSpPr>
      <dsp:spPr>
        <a:xfrm>
          <a:off x="397875" y="3311618"/>
          <a:ext cx="7957496" cy="602306"/>
        </a:xfrm>
        <a:prstGeom prst="round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1123" tIns="0" rIns="221123" bIns="0" numCol="1" spcCol="1270" anchor="ctr" anchorCtr="0">
          <a:noAutofit/>
        </a:bodyPr>
        <a:lstStyle/>
        <a:p>
          <a:pPr marL="0" lvl="0" indent="0" algn="l" defTabSz="977900">
            <a:lnSpc>
              <a:spcPct val="90000"/>
            </a:lnSpc>
            <a:spcBef>
              <a:spcPct val="0"/>
            </a:spcBef>
            <a:spcAft>
              <a:spcPct val="35000"/>
            </a:spcAft>
            <a:buNone/>
          </a:pPr>
          <a:r>
            <a:rPr lang="en-US" sz="2200" kern="1200">
              <a:solidFill>
                <a:schemeClr val="tx1"/>
              </a:solidFill>
              <a:latin typeface="Arial" panose="020B0604020202020204" pitchFamily="34" charset="0"/>
              <a:cs typeface="Arial" panose="020B0604020202020204" pitchFamily="34" charset="0"/>
            </a:rPr>
            <a:t>Xây dựng thế trận quốc phòng toàn dân gắn với thế trận an ninh nhân dân</a:t>
          </a:r>
        </a:p>
      </dsp:txBody>
      <dsp:txXfrm>
        <a:off x="427277" y="3341020"/>
        <a:ext cx="7898692" cy="54350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5FBC61-C29A-4249-BA65-2DCC947A96CC}" type="datetimeFigureOut">
              <a:rPr lang="en-US" smtClean="0"/>
              <a:t>11/10/2023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AA47EA-55AA-4774-94BC-284BDDF857DD}" type="slidenum">
              <a:rPr lang="en-US" smtClean="0"/>
              <a:t>‹#›</a:t>
            </a:fld>
            <a:endParaRPr lang="en-US"/>
          </a:p>
        </p:txBody>
      </p:sp>
    </p:spTree>
    <p:extLst>
      <p:ext uri="{BB962C8B-B14F-4D97-AF65-F5344CB8AC3E}">
        <p14:creationId xmlns:p14="http://schemas.microsoft.com/office/powerpoint/2010/main" val="85551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C31F7-F938-4E9C-A096-F4279C482216}"/>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BD8100E-4847-4E14-AD63-8FC7DBAA50C7}"/>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135ABF85-FD9C-4996-AF82-7BC0438CADC2}"/>
              </a:ext>
            </a:extLst>
          </p:cNvPr>
          <p:cNvSpPr>
            <a:spLocks noGrp="1"/>
          </p:cNvSpPr>
          <p:nvPr>
            <p:ph type="dt" sz="half" idx="10"/>
          </p:nvPr>
        </p:nvSpPr>
        <p:spPr/>
        <p:txBody>
          <a:bodyPr/>
          <a:lstStyle/>
          <a:p>
            <a:fld id="{9285AD09-59D5-478E-BFB4-5748C04604E9}" type="datetimeFigureOut">
              <a:rPr lang="en-US" smtClean="0"/>
              <a:t>11/10/2023</a:t>
            </a:fld>
            <a:endParaRPr lang="en-US"/>
          </a:p>
        </p:txBody>
      </p:sp>
      <p:sp>
        <p:nvSpPr>
          <p:cNvPr id="5" name="Footer Placeholder 4">
            <a:extLst>
              <a:ext uri="{FF2B5EF4-FFF2-40B4-BE49-F238E27FC236}">
                <a16:creationId xmlns:a16="http://schemas.microsoft.com/office/drawing/2014/main" id="{98829C89-07F4-4094-8039-68D138BA21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4002B5-FED8-447B-9A71-795416630DBB}"/>
              </a:ext>
            </a:extLst>
          </p:cNvPr>
          <p:cNvSpPr>
            <a:spLocks noGrp="1"/>
          </p:cNvSpPr>
          <p:nvPr>
            <p:ph type="sldNum" sz="quarter" idx="12"/>
          </p:nvPr>
        </p:nvSpPr>
        <p:spPr/>
        <p:txBody>
          <a:bodyPr/>
          <a:lstStyle/>
          <a:p>
            <a:fld id="{52669F0D-795E-449C-AD68-9797EE4A94EB}" type="slidenum">
              <a:rPr lang="en-US" smtClean="0"/>
              <a:t>‹#›</a:t>
            </a:fld>
            <a:endParaRPr lang="en-US"/>
          </a:p>
        </p:txBody>
      </p:sp>
    </p:spTree>
    <p:extLst>
      <p:ext uri="{BB962C8B-B14F-4D97-AF65-F5344CB8AC3E}">
        <p14:creationId xmlns:p14="http://schemas.microsoft.com/office/powerpoint/2010/main" val="4186096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A3B59-9016-45B4-BF64-B0006F9006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A13D98-0750-4473-ABAD-664F308C02B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1F0891-1140-40DB-9CFA-AE09CFCFF73C}"/>
              </a:ext>
            </a:extLst>
          </p:cNvPr>
          <p:cNvSpPr>
            <a:spLocks noGrp="1"/>
          </p:cNvSpPr>
          <p:nvPr>
            <p:ph type="dt" sz="half" idx="10"/>
          </p:nvPr>
        </p:nvSpPr>
        <p:spPr/>
        <p:txBody>
          <a:bodyPr/>
          <a:lstStyle/>
          <a:p>
            <a:fld id="{9285AD09-59D5-478E-BFB4-5748C04604E9}" type="datetimeFigureOut">
              <a:rPr lang="en-US" smtClean="0"/>
              <a:t>11/10/2023</a:t>
            </a:fld>
            <a:endParaRPr lang="en-US"/>
          </a:p>
        </p:txBody>
      </p:sp>
      <p:sp>
        <p:nvSpPr>
          <p:cNvPr id="5" name="Footer Placeholder 4">
            <a:extLst>
              <a:ext uri="{FF2B5EF4-FFF2-40B4-BE49-F238E27FC236}">
                <a16:creationId xmlns:a16="http://schemas.microsoft.com/office/drawing/2014/main" id="{1831C5D4-5C2B-4F3D-B9A1-31DF052ABC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F23AB6-A3F6-423B-A37C-B63DC69067F1}"/>
              </a:ext>
            </a:extLst>
          </p:cNvPr>
          <p:cNvSpPr>
            <a:spLocks noGrp="1"/>
          </p:cNvSpPr>
          <p:nvPr>
            <p:ph type="sldNum" sz="quarter" idx="12"/>
          </p:nvPr>
        </p:nvSpPr>
        <p:spPr/>
        <p:txBody>
          <a:bodyPr/>
          <a:lstStyle/>
          <a:p>
            <a:fld id="{52669F0D-795E-449C-AD68-9797EE4A94EB}" type="slidenum">
              <a:rPr lang="en-US" smtClean="0"/>
              <a:t>‹#›</a:t>
            </a:fld>
            <a:endParaRPr lang="en-US"/>
          </a:p>
        </p:txBody>
      </p:sp>
    </p:spTree>
    <p:extLst>
      <p:ext uri="{BB962C8B-B14F-4D97-AF65-F5344CB8AC3E}">
        <p14:creationId xmlns:p14="http://schemas.microsoft.com/office/powerpoint/2010/main" val="549444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113AE-390C-445C-8146-8F6CA90BEF3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7DA99AFE-0796-402E-A591-A7D20DF0DE4F}"/>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E503351-1C4B-4991-81A4-796FF261C7AB}"/>
              </a:ext>
            </a:extLst>
          </p:cNvPr>
          <p:cNvSpPr>
            <a:spLocks noGrp="1"/>
          </p:cNvSpPr>
          <p:nvPr>
            <p:ph type="dt" sz="half" idx="10"/>
          </p:nvPr>
        </p:nvSpPr>
        <p:spPr/>
        <p:txBody>
          <a:bodyPr/>
          <a:lstStyle/>
          <a:p>
            <a:fld id="{9285AD09-59D5-478E-BFB4-5748C04604E9}" type="datetimeFigureOut">
              <a:rPr lang="en-US" smtClean="0"/>
              <a:t>11/10/2023</a:t>
            </a:fld>
            <a:endParaRPr lang="en-US"/>
          </a:p>
        </p:txBody>
      </p:sp>
      <p:sp>
        <p:nvSpPr>
          <p:cNvPr id="5" name="Footer Placeholder 4">
            <a:extLst>
              <a:ext uri="{FF2B5EF4-FFF2-40B4-BE49-F238E27FC236}">
                <a16:creationId xmlns:a16="http://schemas.microsoft.com/office/drawing/2014/main" id="{D43528DC-B89E-4AF5-99A4-0743AB6005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63EE04-4912-45FE-9736-A2C1A17E3570}"/>
              </a:ext>
            </a:extLst>
          </p:cNvPr>
          <p:cNvSpPr>
            <a:spLocks noGrp="1"/>
          </p:cNvSpPr>
          <p:nvPr>
            <p:ph type="sldNum" sz="quarter" idx="12"/>
          </p:nvPr>
        </p:nvSpPr>
        <p:spPr/>
        <p:txBody>
          <a:bodyPr/>
          <a:lstStyle/>
          <a:p>
            <a:fld id="{52669F0D-795E-449C-AD68-9797EE4A94EB}" type="slidenum">
              <a:rPr lang="en-US" smtClean="0"/>
              <a:t>‹#›</a:t>
            </a:fld>
            <a:endParaRPr lang="en-US"/>
          </a:p>
        </p:txBody>
      </p:sp>
    </p:spTree>
    <p:extLst>
      <p:ext uri="{BB962C8B-B14F-4D97-AF65-F5344CB8AC3E}">
        <p14:creationId xmlns:p14="http://schemas.microsoft.com/office/powerpoint/2010/main" val="3757709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3DE14-A9D3-4A07-B6BF-8D871CCBFF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FFE283-B435-4437-B589-7A289C29432A}"/>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040541-AF10-493B-8EDB-DF904945011D}"/>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B64021-BC6B-4FCA-A3C1-07A699E4AD0E}"/>
              </a:ext>
            </a:extLst>
          </p:cNvPr>
          <p:cNvSpPr>
            <a:spLocks noGrp="1"/>
          </p:cNvSpPr>
          <p:nvPr>
            <p:ph type="dt" sz="half" idx="10"/>
          </p:nvPr>
        </p:nvSpPr>
        <p:spPr/>
        <p:txBody>
          <a:bodyPr/>
          <a:lstStyle/>
          <a:p>
            <a:fld id="{9285AD09-59D5-478E-BFB4-5748C04604E9}" type="datetimeFigureOut">
              <a:rPr lang="en-US" smtClean="0"/>
              <a:t>11/10/2023</a:t>
            </a:fld>
            <a:endParaRPr lang="en-US"/>
          </a:p>
        </p:txBody>
      </p:sp>
      <p:sp>
        <p:nvSpPr>
          <p:cNvPr id="6" name="Footer Placeholder 5">
            <a:extLst>
              <a:ext uri="{FF2B5EF4-FFF2-40B4-BE49-F238E27FC236}">
                <a16:creationId xmlns:a16="http://schemas.microsoft.com/office/drawing/2014/main" id="{AD7C5585-D4C2-4E05-B671-D742C071DF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4F8AC7-018D-4163-A187-DD510BD25476}"/>
              </a:ext>
            </a:extLst>
          </p:cNvPr>
          <p:cNvSpPr>
            <a:spLocks noGrp="1"/>
          </p:cNvSpPr>
          <p:nvPr>
            <p:ph type="sldNum" sz="quarter" idx="12"/>
          </p:nvPr>
        </p:nvSpPr>
        <p:spPr/>
        <p:txBody>
          <a:bodyPr/>
          <a:lstStyle/>
          <a:p>
            <a:fld id="{52669F0D-795E-449C-AD68-9797EE4A94EB}" type="slidenum">
              <a:rPr lang="en-US" smtClean="0"/>
              <a:t>‹#›</a:t>
            </a:fld>
            <a:endParaRPr lang="en-US"/>
          </a:p>
        </p:txBody>
      </p:sp>
    </p:spTree>
    <p:extLst>
      <p:ext uri="{BB962C8B-B14F-4D97-AF65-F5344CB8AC3E}">
        <p14:creationId xmlns:p14="http://schemas.microsoft.com/office/powerpoint/2010/main" val="65154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83A34-197A-4F88-B345-0CFB5B3EAF4E}"/>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86D580F-0FFE-47B6-B3C9-9435B58C1519}"/>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688C34F0-332A-4FFD-AFBC-B465C6AFDB93}"/>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6C39FA-250B-4EAE-BD66-3CE75C4233A3}"/>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296CE337-3D65-4375-92F1-B62E999165D4}"/>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ADD2E6-9C37-4101-A282-DE7968DA5189}"/>
              </a:ext>
            </a:extLst>
          </p:cNvPr>
          <p:cNvSpPr>
            <a:spLocks noGrp="1"/>
          </p:cNvSpPr>
          <p:nvPr>
            <p:ph type="dt" sz="half" idx="10"/>
          </p:nvPr>
        </p:nvSpPr>
        <p:spPr/>
        <p:txBody>
          <a:bodyPr/>
          <a:lstStyle/>
          <a:p>
            <a:fld id="{9285AD09-59D5-478E-BFB4-5748C04604E9}" type="datetimeFigureOut">
              <a:rPr lang="en-US" smtClean="0"/>
              <a:t>11/10/2023</a:t>
            </a:fld>
            <a:endParaRPr lang="en-US"/>
          </a:p>
        </p:txBody>
      </p:sp>
      <p:sp>
        <p:nvSpPr>
          <p:cNvPr id="8" name="Footer Placeholder 7">
            <a:extLst>
              <a:ext uri="{FF2B5EF4-FFF2-40B4-BE49-F238E27FC236}">
                <a16:creationId xmlns:a16="http://schemas.microsoft.com/office/drawing/2014/main" id="{2B988E89-5168-4FAA-B8CD-3ECDCE718D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516471-7F13-4934-8C76-324CB1E28FC8}"/>
              </a:ext>
            </a:extLst>
          </p:cNvPr>
          <p:cNvSpPr>
            <a:spLocks noGrp="1"/>
          </p:cNvSpPr>
          <p:nvPr>
            <p:ph type="sldNum" sz="quarter" idx="12"/>
          </p:nvPr>
        </p:nvSpPr>
        <p:spPr/>
        <p:txBody>
          <a:bodyPr/>
          <a:lstStyle/>
          <a:p>
            <a:fld id="{52669F0D-795E-449C-AD68-9797EE4A94EB}" type="slidenum">
              <a:rPr lang="en-US" smtClean="0"/>
              <a:t>‹#›</a:t>
            </a:fld>
            <a:endParaRPr lang="en-US"/>
          </a:p>
        </p:txBody>
      </p:sp>
    </p:spTree>
    <p:extLst>
      <p:ext uri="{BB962C8B-B14F-4D97-AF65-F5344CB8AC3E}">
        <p14:creationId xmlns:p14="http://schemas.microsoft.com/office/powerpoint/2010/main" val="2571235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89B59-F334-4B19-940C-AB0E91300D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B301E25-2D44-47C2-8D93-EE3E9EE867C2}"/>
              </a:ext>
            </a:extLst>
          </p:cNvPr>
          <p:cNvSpPr>
            <a:spLocks noGrp="1"/>
          </p:cNvSpPr>
          <p:nvPr>
            <p:ph type="dt" sz="half" idx="10"/>
          </p:nvPr>
        </p:nvSpPr>
        <p:spPr/>
        <p:txBody>
          <a:bodyPr/>
          <a:lstStyle/>
          <a:p>
            <a:fld id="{9285AD09-59D5-478E-BFB4-5748C04604E9}" type="datetimeFigureOut">
              <a:rPr lang="en-US" smtClean="0"/>
              <a:t>11/10/2023</a:t>
            </a:fld>
            <a:endParaRPr lang="en-US"/>
          </a:p>
        </p:txBody>
      </p:sp>
      <p:sp>
        <p:nvSpPr>
          <p:cNvPr id="4" name="Footer Placeholder 3">
            <a:extLst>
              <a:ext uri="{FF2B5EF4-FFF2-40B4-BE49-F238E27FC236}">
                <a16:creationId xmlns:a16="http://schemas.microsoft.com/office/drawing/2014/main" id="{9FFDDDD1-B568-497F-97C1-7DFD4BACD8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2549EB-CB2D-41CC-8741-AFBC0768AB83}"/>
              </a:ext>
            </a:extLst>
          </p:cNvPr>
          <p:cNvSpPr>
            <a:spLocks noGrp="1"/>
          </p:cNvSpPr>
          <p:nvPr>
            <p:ph type="sldNum" sz="quarter" idx="12"/>
          </p:nvPr>
        </p:nvSpPr>
        <p:spPr/>
        <p:txBody>
          <a:bodyPr/>
          <a:lstStyle/>
          <a:p>
            <a:fld id="{52669F0D-795E-449C-AD68-9797EE4A94EB}" type="slidenum">
              <a:rPr lang="en-US" smtClean="0"/>
              <a:t>‹#›</a:t>
            </a:fld>
            <a:endParaRPr lang="en-US"/>
          </a:p>
        </p:txBody>
      </p:sp>
    </p:spTree>
    <p:extLst>
      <p:ext uri="{BB962C8B-B14F-4D97-AF65-F5344CB8AC3E}">
        <p14:creationId xmlns:p14="http://schemas.microsoft.com/office/powerpoint/2010/main" val="320471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1F9D5B-8D36-4D72-9E68-7C9BAAD2944C}"/>
              </a:ext>
            </a:extLst>
          </p:cNvPr>
          <p:cNvSpPr>
            <a:spLocks noGrp="1"/>
          </p:cNvSpPr>
          <p:nvPr>
            <p:ph type="dt" sz="half" idx="10"/>
          </p:nvPr>
        </p:nvSpPr>
        <p:spPr/>
        <p:txBody>
          <a:bodyPr/>
          <a:lstStyle/>
          <a:p>
            <a:fld id="{9285AD09-59D5-478E-BFB4-5748C04604E9}" type="datetimeFigureOut">
              <a:rPr lang="en-US" smtClean="0"/>
              <a:t>11/10/2023</a:t>
            </a:fld>
            <a:endParaRPr lang="en-US"/>
          </a:p>
        </p:txBody>
      </p:sp>
      <p:sp>
        <p:nvSpPr>
          <p:cNvPr id="3" name="Footer Placeholder 2">
            <a:extLst>
              <a:ext uri="{FF2B5EF4-FFF2-40B4-BE49-F238E27FC236}">
                <a16:creationId xmlns:a16="http://schemas.microsoft.com/office/drawing/2014/main" id="{70A8192E-AEBF-41EE-90EA-1F450A6ED7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E883C4-2687-4AF7-B966-E8EE7A5825ED}"/>
              </a:ext>
            </a:extLst>
          </p:cNvPr>
          <p:cNvSpPr>
            <a:spLocks noGrp="1"/>
          </p:cNvSpPr>
          <p:nvPr>
            <p:ph type="sldNum" sz="quarter" idx="12"/>
          </p:nvPr>
        </p:nvSpPr>
        <p:spPr/>
        <p:txBody>
          <a:bodyPr/>
          <a:lstStyle/>
          <a:p>
            <a:fld id="{52669F0D-795E-449C-AD68-9797EE4A94EB}" type="slidenum">
              <a:rPr lang="en-US" smtClean="0"/>
              <a:t>‹#›</a:t>
            </a:fld>
            <a:endParaRPr lang="en-US"/>
          </a:p>
        </p:txBody>
      </p:sp>
    </p:spTree>
    <p:extLst>
      <p:ext uri="{BB962C8B-B14F-4D97-AF65-F5344CB8AC3E}">
        <p14:creationId xmlns:p14="http://schemas.microsoft.com/office/powerpoint/2010/main" val="808957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BBEC5-009F-4C7F-B34B-FC3BE6F3AB9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188BBE9-1CEA-4426-87F9-07E33A20389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FC6D7C-7EB6-4E95-9E97-BB40ECB987A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0EDD0B75-8CB4-4B07-9BD7-46C90989571A}"/>
              </a:ext>
            </a:extLst>
          </p:cNvPr>
          <p:cNvSpPr>
            <a:spLocks noGrp="1"/>
          </p:cNvSpPr>
          <p:nvPr>
            <p:ph type="dt" sz="half" idx="10"/>
          </p:nvPr>
        </p:nvSpPr>
        <p:spPr/>
        <p:txBody>
          <a:bodyPr/>
          <a:lstStyle/>
          <a:p>
            <a:fld id="{9285AD09-59D5-478E-BFB4-5748C04604E9}" type="datetimeFigureOut">
              <a:rPr lang="en-US" smtClean="0"/>
              <a:t>11/10/2023</a:t>
            </a:fld>
            <a:endParaRPr lang="en-US"/>
          </a:p>
        </p:txBody>
      </p:sp>
      <p:sp>
        <p:nvSpPr>
          <p:cNvPr id="6" name="Footer Placeholder 5">
            <a:extLst>
              <a:ext uri="{FF2B5EF4-FFF2-40B4-BE49-F238E27FC236}">
                <a16:creationId xmlns:a16="http://schemas.microsoft.com/office/drawing/2014/main" id="{B0155AF8-A94C-4710-AE99-170E725F4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9111C7-E815-4E96-B9DB-082429973EC6}"/>
              </a:ext>
            </a:extLst>
          </p:cNvPr>
          <p:cNvSpPr>
            <a:spLocks noGrp="1"/>
          </p:cNvSpPr>
          <p:nvPr>
            <p:ph type="sldNum" sz="quarter" idx="12"/>
          </p:nvPr>
        </p:nvSpPr>
        <p:spPr/>
        <p:txBody>
          <a:bodyPr/>
          <a:lstStyle/>
          <a:p>
            <a:fld id="{52669F0D-795E-449C-AD68-9797EE4A94EB}" type="slidenum">
              <a:rPr lang="en-US" smtClean="0"/>
              <a:t>‹#›</a:t>
            </a:fld>
            <a:endParaRPr lang="en-US"/>
          </a:p>
        </p:txBody>
      </p:sp>
    </p:spTree>
    <p:extLst>
      <p:ext uri="{BB962C8B-B14F-4D97-AF65-F5344CB8AC3E}">
        <p14:creationId xmlns:p14="http://schemas.microsoft.com/office/powerpoint/2010/main" val="2707329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3B8BD-CB71-4064-8317-18A73848517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11939EA6-C663-4398-BA37-245E170ABA84}"/>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B73E8CA-4CEF-444A-88A4-6CB73729D6A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38F389F6-D8A5-4F55-B4FA-15D60C2C6663}"/>
              </a:ext>
            </a:extLst>
          </p:cNvPr>
          <p:cNvSpPr>
            <a:spLocks noGrp="1"/>
          </p:cNvSpPr>
          <p:nvPr>
            <p:ph type="dt" sz="half" idx="10"/>
          </p:nvPr>
        </p:nvSpPr>
        <p:spPr/>
        <p:txBody>
          <a:bodyPr/>
          <a:lstStyle/>
          <a:p>
            <a:fld id="{9285AD09-59D5-478E-BFB4-5748C04604E9}" type="datetimeFigureOut">
              <a:rPr lang="en-US" smtClean="0"/>
              <a:t>11/10/2023</a:t>
            </a:fld>
            <a:endParaRPr lang="en-US"/>
          </a:p>
        </p:txBody>
      </p:sp>
      <p:sp>
        <p:nvSpPr>
          <p:cNvPr id="6" name="Footer Placeholder 5">
            <a:extLst>
              <a:ext uri="{FF2B5EF4-FFF2-40B4-BE49-F238E27FC236}">
                <a16:creationId xmlns:a16="http://schemas.microsoft.com/office/drawing/2014/main" id="{3232A61A-F5EF-46A2-9BE4-934C5BF037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13FF44-C988-4C13-BCCB-C8B090905246}"/>
              </a:ext>
            </a:extLst>
          </p:cNvPr>
          <p:cNvSpPr>
            <a:spLocks noGrp="1"/>
          </p:cNvSpPr>
          <p:nvPr>
            <p:ph type="sldNum" sz="quarter" idx="12"/>
          </p:nvPr>
        </p:nvSpPr>
        <p:spPr/>
        <p:txBody>
          <a:bodyPr/>
          <a:lstStyle/>
          <a:p>
            <a:fld id="{52669F0D-795E-449C-AD68-9797EE4A94EB}" type="slidenum">
              <a:rPr lang="en-US" smtClean="0"/>
              <a:t>‹#›</a:t>
            </a:fld>
            <a:endParaRPr lang="en-US"/>
          </a:p>
        </p:txBody>
      </p:sp>
    </p:spTree>
    <p:extLst>
      <p:ext uri="{BB962C8B-B14F-4D97-AF65-F5344CB8AC3E}">
        <p14:creationId xmlns:p14="http://schemas.microsoft.com/office/powerpoint/2010/main" val="3849256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4CBD1-317B-4184-8540-DC2AF8E42E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B6263B-425C-4936-BC3E-83D2D3A8626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EA9AAF-8452-4300-9ED2-F2D7B2FFD92C}"/>
              </a:ext>
            </a:extLst>
          </p:cNvPr>
          <p:cNvSpPr>
            <a:spLocks noGrp="1"/>
          </p:cNvSpPr>
          <p:nvPr>
            <p:ph type="dt" sz="half" idx="10"/>
          </p:nvPr>
        </p:nvSpPr>
        <p:spPr/>
        <p:txBody>
          <a:bodyPr/>
          <a:lstStyle/>
          <a:p>
            <a:fld id="{9285AD09-59D5-478E-BFB4-5748C04604E9}" type="datetimeFigureOut">
              <a:rPr lang="en-US" smtClean="0"/>
              <a:t>11/10/2023</a:t>
            </a:fld>
            <a:endParaRPr lang="en-US"/>
          </a:p>
        </p:txBody>
      </p:sp>
      <p:sp>
        <p:nvSpPr>
          <p:cNvPr id="5" name="Footer Placeholder 4">
            <a:extLst>
              <a:ext uri="{FF2B5EF4-FFF2-40B4-BE49-F238E27FC236}">
                <a16:creationId xmlns:a16="http://schemas.microsoft.com/office/drawing/2014/main" id="{5D941FC1-FF81-419C-8CF3-A3F0967EDD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80F23B-0785-461F-9E9E-78F8ED3E6AD3}"/>
              </a:ext>
            </a:extLst>
          </p:cNvPr>
          <p:cNvSpPr>
            <a:spLocks noGrp="1"/>
          </p:cNvSpPr>
          <p:nvPr>
            <p:ph type="sldNum" sz="quarter" idx="12"/>
          </p:nvPr>
        </p:nvSpPr>
        <p:spPr/>
        <p:txBody>
          <a:bodyPr/>
          <a:lstStyle/>
          <a:p>
            <a:fld id="{52669F0D-795E-449C-AD68-9797EE4A94EB}" type="slidenum">
              <a:rPr lang="en-US" smtClean="0"/>
              <a:t>‹#›</a:t>
            </a:fld>
            <a:endParaRPr lang="en-US"/>
          </a:p>
        </p:txBody>
      </p:sp>
    </p:spTree>
    <p:extLst>
      <p:ext uri="{BB962C8B-B14F-4D97-AF65-F5344CB8AC3E}">
        <p14:creationId xmlns:p14="http://schemas.microsoft.com/office/powerpoint/2010/main" val="1877053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56845E-8B49-4EB5-8EE2-8F055F654AA4}"/>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95B40B-11E0-4C32-8229-2B72E009CCA2}"/>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684D00-C866-4EDC-B7BE-5643529C4051}"/>
              </a:ext>
            </a:extLst>
          </p:cNvPr>
          <p:cNvSpPr>
            <a:spLocks noGrp="1"/>
          </p:cNvSpPr>
          <p:nvPr>
            <p:ph type="dt" sz="half" idx="10"/>
          </p:nvPr>
        </p:nvSpPr>
        <p:spPr/>
        <p:txBody>
          <a:bodyPr/>
          <a:lstStyle/>
          <a:p>
            <a:fld id="{9285AD09-59D5-478E-BFB4-5748C04604E9}" type="datetimeFigureOut">
              <a:rPr lang="en-US" smtClean="0"/>
              <a:t>11/10/2023</a:t>
            </a:fld>
            <a:endParaRPr lang="en-US"/>
          </a:p>
        </p:txBody>
      </p:sp>
      <p:sp>
        <p:nvSpPr>
          <p:cNvPr id="5" name="Footer Placeholder 4">
            <a:extLst>
              <a:ext uri="{FF2B5EF4-FFF2-40B4-BE49-F238E27FC236}">
                <a16:creationId xmlns:a16="http://schemas.microsoft.com/office/drawing/2014/main" id="{8834941C-FAF5-461D-B473-4CCC578309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A8363D-8592-44AE-9FF3-DBB24DF8640F}"/>
              </a:ext>
            </a:extLst>
          </p:cNvPr>
          <p:cNvSpPr>
            <a:spLocks noGrp="1"/>
          </p:cNvSpPr>
          <p:nvPr>
            <p:ph type="sldNum" sz="quarter" idx="12"/>
          </p:nvPr>
        </p:nvSpPr>
        <p:spPr/>
        <p:txBody>
          <a:bodyPr/>
          <a:lstStyle/>
          <a:p>
            <a:fld id="{52669F0D-795E-449C-AD68-9797EE4A94EB}" type="slidenum">
              <a:rPr lang="en-US" smtClean="0"/>
              <a:t>‹#›</a:t>
            </a:fld>
            <a:endParaRPr lang="en-US"/>
          </a:p>
        </p:txBody>
      </p:sp>
    </p:spTree>
    <p:extLst>
      <p:ext uri="{BB962C8B-B14F-4D97-AF65-F5344CB8AC3E}">
        <p14:creationId xmlns:p14="http://schemas.microsoft.com/office/powerpoint/2010/main" val="866880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BA39C7-D15E-4286-940F-DD022BCDA39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A32DA6-5EDB-4ED4-8D79-1635357A5D4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5D1D2-8A97-45E4-9A36-250A2FF85987}"/>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285AD09-59D5-478E-BFB4-5748C04604E9}" type="datetimeFigureOut">
              <a:rPr lang="en-US" smtClean="0"/>
              <a:t>11/10/2023</a:t>
            </a:fld>
            <a:endParaRPr lang="en-US"/>
          </a:p>
        </p:txBody>
      </p:sp>
      <p:sp>
        <p:nvSpPr>
          <p:cNvPr id="5" name="Footer Placeholder 4">
            <a:extLst>
              <a:ext uri="{FF2B5EF4-FFF2-40B4-BE49-F238E27FC236}">
                <a16:creationId xmlns:a16="http://schemas.microsoft.com/office/drawing/2014/main" id="{01B636F2-B67C-48A1-8AAB-578A3FC0DE0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DDA827-DA85-4A99-A22C-5814CBB0953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2669F0D-795E-449C-AD68-9797EE4A94EB}" type="slidenum">
              <a:rPr lang="en-US" smtClean="0"/>
              <a:t>‹#›</a:t>
            </a:fld>
            <a:endParaRPr lang="en-US"/>
          </a:p>
        </p:txBody>
      </p:sp>
    </p:spTree>
    <p:extLst>
      <p:ext uri="{BB962C8B-B14F-4D97-AF65-F5344CB8AC3E}">
        <p14:creationId xmlns:p14="http://schemas.microsoft.com/office/powerpoint/2010/main" val="154467489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 Target="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FA4E651-C3D8-4DB8-A026-E8531C6AF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060C6FA-0DC1-41A3-AB3A-C4EBB70670C0}"/>
              </a:ext>
            </a:extLst>
          </p:cNvPr>
          <p:cNvSpPr/>
          <p:nvPr/>
        </p:nvSpPr>
        <p:spPr>
          <a:xfrm>
            <a:off x="627272" y="4071597"/>
            <a:ext cx="7886700" cy="1286544"/>
          </a:xfrm>
          <a:prstGeom prst="rect">
            <a:avLst/>
          </a:prstGeom>
          <a:noFill/>
        </p:spPr>
        <p:txBody>
          <a:bodyPr vert="horz" lIns="91440" tIns="45720" rIns="91440" bIns="45720" rtlCol="0" anchor="b">
            <a:prstTxWarp prst="textWave2">
              <a:avLst/>
            </a:prstTxWarp>
            <a:normAutofit/>
          </a:bodyPr>
          <a:lstStyle/>
          <a:p>
            <a:pPr algn="ctr">
              <a:lnSpc>
                <a:spcPct val="90000"/>
              </a:lnSpc>
              <a:spcBef>
                <a:spcPct val="0"/>
              </a:spcBef>
              <a:spcAft>
                <a:spcPts val="600"/>
              </a:spcAft>
            </a:pPr>
            <a:r>
              <a:rPr lang="en-US" sz="45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panose="020B0604020202020204" pitchFamily="34" charset="0"/>
                <a:ea typeface="+mj-ea"/>
                <a:cs typeface="Arial" panose="020B0604020202020204" pitchFamily="34" charset="0"/>
              </a:rPr>
              <a:t>QUỐC PHÒNG AN NINH</a:t>
            </a:r>
          </a:p>
        </p:txBody>
      </p:sp>
      <p:pic>
        <p:nvPicPr>
          <p:cNvPr id="3" name="Picture 2" descr="A yellow star with a star in the middle&#10;&#10;Description automatically generated">
            <a:extLst>
              <a:ext uri="{FF2B5EF4-FFF2-40B4-BE49-F238E27FC236}">
                <a16:creationId xmlns:a16="http://schemas.microsoft.com/office/drawing/2014/main" id="{03A3BCE8-5CB9-EFBE-0FFC-F39EB95AE54E}"/>
              </a:ext>
            </a:extLst>
          </p:cNvPr>
          <p:cNvPicPr>
            <a:picLocks noChangeAspect="1"/>
          </p:cNvPicPr>
          <p:nvPr/>
        </p:nvPicPr>
        <p:blipFill rotWithShape="1">
          <a:blip r:embed="rId2">
            <a:extLst>
              <a:ext uri="{28A0092B-C50C-407E-A947-70E740481C1C}">
                <a14:useLocalDpi xmlns:a14="http://schemas.microsoft.com/office/drawing/2010/main" val="0"/>
              </a:ext>
            </a:extLst>
          </a:blip>
          <a:srcRect t="11012" b="13162"/>
          <a:stretch/>
        </p:blipFill>
        <p:spPr>
          <a:xfrm>
            <a:off x="20" y="2"/>
            <a:ext cx="9143979" cy="3900104"/>
          </a:xfrm>
          <a:prstGeom prst="rect">
            <a:avLst/>
          </a:prstGeom>
        </p:spPr>
      </p:pic>
      <p:sp>
        <p:nvSpPr>
          <p:cNvPr id="7" name="Rectangle 6">
            <a:extLst>
              <a:ext uri="{FF2B5EF4-FFF2-40B4-BE49-F238E27FC236}">
                <a16:creationId xmlns:a16="http://schemas.microsoft.com/office/drawing/2014/main" id="{2B8809DC-F3A3-4354-BAEC-C219C472E0B6}"/>
              </a:ext>
            </a:extLst>
          </p:cNvPr>
          <p:cNvSpPr/>
          <p:nvPr/>
        </p:nvSpPr>
        <p:spPr>
          <a:xfrm>
            <a:off x="0" y="6421120"/>
            <a:ext cx="9144000" cy="43688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3158781"/>
      </p:ext>
    </p:extLst>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DE2B-25E5-423D-8CA6-A1BC1ADCDE3F}"/>
              </a:ext>
            </a:extLst>
          </p:cNvPr>
          <p:cNvSpPr>
            <a:spLocks noGrp="1"/>
          </p:cNvSpPr>
          <p:nvPr>
            <p:ph type="ctrTitle"/>
          </p:nvPr>
        </p:nvSpPr>
        <p:spPr>
          <a:xfrm>
            <a:off x="1" y="0"/>
            <a:ext cx="9143999" cy="719221"/>
          </a:xfrm>
        </p:spPr>
        <p:txBody>
          <a:bodyPr>
            <a:normAutofit/>
          </a:bodyPr>
          <a:lstStyle/>
          <a:p>
            <a:r>
              <a:rPr lang="en-US" sz="3600" b="1">
                <a:ln w="6600">
                  <a:solidFill>
                    <a:schemeClr val="accent2"/>
                  </a:solidFill>
                  <a:prstDash val="solid"/>
                </a:ln>
                <a:solidFill>
                  <a:srgbClr val="0070C0"/>
                </a:solidFill>
                <a:effectLst>
                  <a:outerShdw dist="38100" dir="2700000" algn="tl" rotWithShape="0">
                    <a:schemeClr val="accent2"/>
                  </a:outerShdw>
                </a:effectLst>
                <a:latin typeface="Arial" panose="020B0604020202020204" pitchFamily="34" charset="0"/>
                <a:cs typeface="Arial" panose="020B0604020202020204" pitchFamily="34" charset="0"/>
              </a:rPr>
              <a:t>QUỐC PHÒNG TOÀN DÂN</a:t>
            </a:r>
          </a:p>
        </p:txBody>
      </p:sp>
      <p:sp>
        <p:nvSpPr>
          <p:cNvPr id="7" name="Rectangle 6">
            <a:extLst>
              <a:ext uri="{FF2B5EF4-FFF2-40B4-BE49-F238E27FC236}">
                <a16:creationId xmlns:a16="http://schemas.microsoft.com/office/drawing/2014/main" id="{2B8809DC-F3A3-4354-BAEC-C219C472E0B6}"/>
              </a:ext>
            </a:extLst>
          </p:cNvPr>
          <p:cNvSpPr/>
          <p:nvPr/>
        </p:nvSpPr>
        <p:spPr>
          <a:xfrm>
            <a:off x="0" y="6421120"/>
            <a:ext cx="9144000" cy="43688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981D09CA-D5B0-4BD9-B9B7-97B9E8C2FB4C}"/>
              </a:ext>
            </a:extLst>
          </p:cNvPr>
          <p:cNvSpPr/>
          <p:nvPr/>
        </p:nvSpPr>
        <p:spPr>
          <a:xfrm>
            <a:off x="0" y="0"/>
            <a:ext cx="9144000" cy="711200"/>
          </a:xfrm>
          <a:prstGeom prst="round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Title 1">
            <a:extLst>
              <a:ext uri="{FF2B5EF4-FFF2-40B4-BE49-F238E27FC236}">
                <a16:creationId xmlns:a16="http://schemas.microsoft.com/office/drawing/2014/main" id="{3D971DDC-5744-472F-AA7E-91EE0CE05497}"/>
              </a:ext>
            </a:extLst>
          </p:cNvPr>
          <p:cNvSpPr txBox="1">
            <a:spLocks/>
          </p:cNvSpPr>
          <p:nvPr/>
        </p:nvSpPr>
        <p:spPr>
          <a:xfrm>
            <a:off x="0" y="1455174"/>
            <a:ext cx="9106016" cy="4684987"/>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marL="457200" indent="-457200" algn="just">
              <a:spcBef>
                <a:spcPts val="600"/>
              </a:spcBef>
              <a:spcAft>
                <a:spcPts val="600"/>
              </a:spcAft>
              <a:buClr>
                <a:srgbClr val="FF0000"/>
              </a:buClr>
              <a:buFont typeface="Wingdings" panose="05000000000000000000" pitchFamily="2" charset="2"/>
              <a:buChar char="ü"/>
            </a:pPr>
            <a:r>
              <a:rPr lang="vi-VN" sz="260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Xây dựng thế trận quốc phòng toàn dân là việc tổ chức, triển khai, bố trí lực lượng và tiềm lực quốc phòng trên toàn bộ lãnh thổ theo ý định chiến lược thống nhất</a:t>
            </a:r>
            <a:r>
              <a:rPr lang="en-US" sz="260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a:t>
            </a:r>
          </a:p>
          <a:p>
            <a:pPr marL="457200" indent="-457200" algn="just">
              <a:spcBef>
                <a:spcPts val="600"/>
              </a:spcBef>
              <a:spcAft>
                <a:spcPts val="600"/>
              </a:spcAft>
              <a:buClr>
                <a:srgbClr val="FF0000"/>
              </a:buClr>
              <a:buFont typeface="Wingdings" panose="05000000000000000000" pitchFamily="2" charset="2"/>
              <a:buChar char="ü"/>
            </a:pPr>
            <a:r>
              <a:rPr lang="en-US" sz="260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B</a:t>
            </a:r>
            <a:r>
              <a:rPr lang="vi-VN" sz="260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ảo đảm đối phó thắng lợi mọi âm mưu và hoạt động của các thế lực thù địch xâm phạm độc lập, chủ quyền, thống nhất, toàn vẹn lãnh thổ và lợi ích quốc gia - dân tộc</a:t>
            </a:r>
            <a:r>
              <a:rPr lang="en-US" sz="260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a:t>
            </a:r>
          </a:p>
          <a:p>
            <a:pPr marL="457200" indent="-457200" algn="just">
              <a:spcBef>
                <a:spcPts val="600"/>
              </a:spcBef>
              <a:spcAft>
                <a:spcPts val="600"/>
              </a:spcAft>
              <a:buClr>
                <a:srgbClr val="FF0000"/>
              </a:buClr>
              <a:buFont typeface="Wingdings" panose="05000000000000000000" pitchFamily="2" charset="2"/>
              <a:buChar char="ü"/>
            </a:pPr>
            <a:r>
              <a:rPr lang="en-US" sz="260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S</a:t>
            </a:r>
            <a:r>
              <a:rPr lang="vi-VN" sz="260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ẵn sàng chuyển thành thế trận chiến tranh nhân dân bảo vệ Tổ quốc.  </a:t>
            </a:r>
            <a:endParaRPr lang="en-US" sz="260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a:p>
            <a:pPr marL="457200" indent="-457200" algn="just">
              <a:spcBef>
                <a:spcPts val="600"/>
              </a:spcBef>
              <a:spcAft>
                <a:spcPts val="600"/>
              </a:spcAft>
              <a:buClr>
                <a:srgbClr val="FF0000"/>
              </a:buClr>
              <a:buFont typeface="Wingdings" panose="05000000000000000000" pitchFamily="2" charset="2"/>
              <a:buChar char="ü"/>
            </a:pPr>
            <a:endParaRPr lang="en-US" sz="260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a:p>
            <a:pPr algn="just">
              <a:spcBef>
                <a:spcPts val="600"/>
              </a:spcBef>
              <a:spcAft>
                <a:spcPts val="600"/>
              </a:spcAft>
            </a:pPr>
            <a:endParaRPr lang="en-US" sz="260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a:p>
            <a:pPr marL="457200" indent="-457200" algn="just">
              <a:spcBef>
                <a:spcPts val="600"/>
              </a:spcBef>
              <a:spcAft>
                <a:spcPts val="600"/>
              </a:spcAft>
              <a:buFont typeface="Wingdings" panose="05000000000000000000" pitchFamily="2" charset="2"/>
              <a:buChar char="q"/>
            </a:pPr>
            <a:endParaRPr lang="en-US" sz="260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3864C02D-6610-4BAC-8C05-4B691B58E4D1}"/>
              </a:ext>
            </a:extLst>
          </p:cNvPr>
          <p:cNvSpPr/>
          <p:nvPr/>
        </p:nvSpPr>
        <p:spPr>
          <a:xfrm>
            <a:off x="7930694" y="6411668"/>
            <a:ext cx="1175322" cy="461665"/>
          </a:xfrm>
          <a:prstGeom prst="rect">
            <a:avLst/>
          </a:prstGeom>
          <a:noFill/>
        </p:spPr>
        <p:txBody>
          <a:bodyPr wrap="none" lIns="91440" tIns="45720" rIns="91440" bIns="45720">
            <a:spAutoFit/>
          </a:bodyPr>
          <a:lstStyle/>
          <a:p>
            <a:pPr algn="ctr"/>
            <a:r>
              <a:rPr lang="en-US" sz="2400" b="1">
                <a:ln w="12700" cmpd="sng">
                  <a:solidFill>
                    <a:schemeClr val="accent4"/>
                  </a:solidFill>
                  <a:prstDash val="solid"/>
                </a:ln>
                <a:solidFill>
                  <a:srgbClr val="FFFF00"/>
                </a:solidFill>
                <a:latin typeface="Arial" panose="020B0604020202020204" pitchFamily="34" charset="0"/>
                <a:cs typeface="Arial" panose="020B0604020202020204" pitchFamily="34" charset="0"/>
              </a:rPr>
              <a:t>Slide 2</a:t>
            </a:r>
          </a:p>
        </p:txBody>
      </p:sp>
    </p:spTree>
    <p:extLst>
      <p:ext uri="{BB962C8B-B14F-4D97-AF65-F5344CB8AC3E}">
        <p14:creationId xmlns:p14="http://schemas.microsoft.com/office/powerpoint/2010/main" val="32745314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down)">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down)">
                                      <p:cBhvr>
                                        <p:cTn id="1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DE2B-25E5-423D-8CA6-A1BC1ADCDE3F}"/>
              </a:ext>
            </a:extLst>
          </p:cNvPr>
          <p:cNvSpPr>
            <a:spLocks noGrp="1"/>
          </p:cNvSpPr>
          <p:nvPr>
            <p:ph type="ctrTitle"/>
          </p:nvPr>
        </p:nvSpPr>
        <p:spPr>
          <a:xfrm>
            <a:off x="1" y="0"/>
            <a:ext cx="9143999" cy="719221"/>
          </a:xfrm>
        </p:spPr>
        <p:txBody>
          <a:bodyPr>
            <a:normAutofit/>
          </a:bodyPr>
          <a:lstStyle/>
          <a:p>
            <a:r>
              <a:rPr lang="en-US" sz="3600" b="1">
                <a:ln w="6600">
                  <a:solidFill>
                    <a:schemeClr val="accent2"/>
                  </a:solidFill>
                  <a:prstDash val="solid"/>
                </a:ln>
                <a:solidFill>
                  <a:srgbClr val="0070C0"/>
                </a:solidFill>
                <a:effectLst>
                  <a:outerShdw dist="38100" dir="2700000" algn="tl" rotWithShape="0">
                    <a:schemeClr val="accent2"/>
                  </a:outerShdw>
                </a:effectLst>
                <a:latin typeface="Arial" panose="020B0604020202020204" pitchFamily="34" charset="0"/>
                <a:cs typeface="Arial" panose="020B0604020202020204" pitchFamily="34" charset="0"/>
              </a:rPr>
              <a:t>NỘI DUNG XÂY DỰNG THẾ TRẬN QPTD</a:t>
            </a:r>
          </a:p>
        </p:txBody>
      </p:sp>
      <p:sp>
        <p:nvSpPr>
          <p:cNvPr id="7" name="Rectangle 6">
            <a:extLst>
              <a:ext uri="{FF2B5EF4-FFF2-40B4-BE49-F238E27FC236}">
                <a16:creationId xmlns:a16="http://schemas.microsoft.com/office/drawing/2014/main" id="{2B8809DC-F3A3-4354-BAEC-C219C472E0B6}"/>
              </a:ext>
            </a:extLst>
          </p:cNvPr>
          <p:cNvSpPr/>
          <p:nvPr/>
        </p:nvSpPr>
        <p:spPr>
          <a:xfrm>
            <a:off x="0" y="6421120"/>
            <a:ext cx="9144000" cy="43688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981D09CA-D5B0-4BD9-B9B7-97B9E8C2FB4C}"/>
              </a:ext>
            </a:extLst>
          </p:cNvPr>
          <p:cNvSpPr/>
          <p:nvPr/>
        </p:nvSpPr>
        <p:spPr>
          <a:xfrm>
            <a:off x="0" y="0"/>
            <a:ext cx="9144000" cy="711200"/>
          </a:xfrm>
          <a:prstGeom prst="round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Title 1">
            <a:extLst>
              <a:ext uri="{FF2B5EF4-FFF2-40B4-BE49-F238E27FC236}">
                <a16:creationId xmlns:a16="http://schemas.microsoft.com/office/drawing/2014/main" id="{3D971DDC-5744-472F-AA7E-91EE0CE05497}"/>
              </a:ext>
            </a:extLst>
          </p:cNvPr>
          <p:cNvSpPr txBox="1">
            <a:spLocks/>
          </p:cNvSpPr>
          <p:nvPr/>
        </p:nvSpPr>
        <p:spPr>
          <a:xfrm>
            <a:off x="-357268" y="1676517"/>
            <a:ext cx="9858535" cy="3504966"/>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just"/>
            <a:endParaRPr lang="en-US" sz="260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F2DBFD95-76F5-4EB9-861C-6921F7973D63}"/>
              </a:ext>
            </a:extLst>
          </p:cNvPr>
          <p:cNvSpPr/>
          <p:nvPr/>
        </p:nvSpPr>
        <p:spPr>
          <a:xfrm>
            <a:off x="7930694" y="6411668"/>
            <a:ext cx="1175322" cy="461665"/>
          </a:xfrm>
          <a:prstGeom prst="rect">
            <a:avLst/>
          </a:prstGeom>
          <a:noFill/>
        </p:spPr>
        <p:txBody>
          <a:bodyPr wrap="none" lIns="91440" tIns="45720" rIns="91440" bIns="45720">
            <a:spAutoFit/>
          </a:bodyPr>
          <a:lstStyle/>
          <a:p>
            <a:pPr algn="ctr"/>
            <a:r>
              <a:rPr lang="en-US" sz="2400" b="1">
                <a:ln w="12700" cmpd="sng">
                  <a:solidFill>
                    <a:schemeClr val="accent4"/>
                  </a:solidFill>
                  <a:prstDash val="solid"/>
                </a:ln>
                <a:solidFill>
                  <a:srgbClr val="FFFF00"/>
                </a:solidFill>
                <a:latin typeface="Arial" panose="020B0604020202020204" pitchFamily="34" charset="0"/>
                <a:cs typeface="Arial" panose="020B0604020202020204" pitchFamily="34" charset="0"/>
              </a:rPr>
              <a:t>Slide 3</a:t>
            </a:r>
          </a:p>
        </p:txBody>
      </p:sp>
      <p:sp>
        <p:nvSpPr>
          <p:cNvPr id="5" name="Arrow: Left 4">
            <a:hlinkClick r:id="rId2" action="ppaction://hlinksldjump"/>
            <a:extLst>
              <a:ext uri="{FF2B5EF4-FFF2-40B4-BE49-F238E27FC236}">
                <a16:creationId xmlns:a16="http://schemas.microsoft.com/office/drawing/2014/main" id="{842092F9-AA1B-460D-83E1-27D29EA7704B}"/>
              </a:ext>
            </a:extLst>
          </p:cNvPr>
          <p:cNvSpPr/>
          <p:nvPr/>
        </p:nvSpPr>
        <p:spPr>
          <a:xfrm>
            <a:off x="4224164" y="6436453"/>
            <a:ext cx="812800" cy="436880"/>
          </a:xfrm>
          <a:prstGeom prst="lef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graphicFrame>
        <p:nvGraphicFramePr>
          <p:cNvPr id="4" name="Diagram 3">
            <a:extLst>
              <a:ext uri="{FF2B5EF4-FFF2-40B4-BE49-F238E27FC236}">
                <a16:creationId xmlns:a16="http://schemas.microsoft.com/office/drawing/2014/main" id="{A1A4725A-1681-B882-4140-835837083D08}"/>
              </a:ext>
            </a:extLst>
          </p:cNvPr>
          <p:cNvGraphicFramePr/>
          <p:nvPr>
            <p:extLst>
              <p:ext uri="{D42A27DB-BD31-4B8C-83A1-F6EECF244321}">
                <p14:modId xmlns:p14="http://schemas.microsoft.com/office/powerpoint/2010/main" val="932332203"/>
              </p:ext>
            </p:extLst>
          </p:nvPr>
        </p:nvGraphicFramePr>
        <p:xfrm>
          <a:off x="393289" y="1397000"/>
          <a:ext cx="835742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9785614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DE2B-25E5-423D-8CA6-A1BC1ADCDE3F}"/>
              </a:ext>
            </a:extLst>
          </p:cNvPr>
          <p:cNvSpPr>
            <a:spLocks noGrp="1"/>
          </p:cNvSpPr>
          <p:nvPr>
            <p:ph type="ctrTitle"/>
          </p:nvPr>
        </p:nvSpPr>
        <p:spPr>
          <a:xfrm>
            <a:off x="1" y="0"/>
            <a:ext cx="9143999" cy="719221"/>
          </a:xfrm>
        </p:spPr>
        <p:txBody>
          <a:bodyPr>
            <a:normAutofit/>
          </a:bodyPr>
          <a:lstStyle/>
          <a:p>
            <a:r>
              <a:rPr lang="en-US" sz="3600" b="1">
                <a:ln w="6600">
                  <a:solidFill>
                    <a:schemeClr val="accent2"/>
                  </a:solidFill>
                  <a:prstDash val="solid"/>
                </a:ln>
                <a:solidFill>
                  <a:srgbClr val="0070C0"/>
                </a:solidFill>
                <a:effectLst>
                  <a:outerShdw dist="38100" dir="2700000" algn="tl" rotWithShape="0">
                    <a:schemeClr val="accent2"/>
                  </a:outerShdw>
                </a:effectLst>
                <a:latin typeface="Arial" panose="020B0604020202020204" pitchFamily="34" charset="0"/>
                <a:cs typeface="Arial" panose="020B0604020202020204" pitchFamily="34" charset="0"/>
              </a:rPr>
              <a:t>NGÂN SÁCH QUỐC PHÒNG CÁC NƯỚC</a:t>
            </a:r>
          </a:p>
        </p:txBody>
      </p:sp>
      <p:sp>
        <p:nvSpPr>
          <p:cNvPr id="7" name="Rectangle 6">
            <a:extLst>
              <a:ext uri="{FF2B5EF4-FFF2-40B4-BE49-F238E27FC236}">
                <a16:creationId xmlns:a16="http://schemas.microsoft.com/office/drawing/2014/main" id="{2B8809DC-F3A3-4354-BAEC-C219C472E0B6}"/>
              </a:ext>
            </a:extLst>
          </p:cNvPr>
          <p:cNvSpPr/>
          <p:nvPr/>
        </p:nvSpPr>
        <p:spPr>
          <a:xfrm>
            <a:off x="0" y="6421120"/>
            <a:ext cx="9144000" cy="43688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981D09CA-D5B0-4BD9-B9B7-97B9E8C2FB4C}"/>
              </a:ext>
            </a:extLst>
          </p:cNvPr>
          <p:cNvSpPr/>
          <p:nvPr/>
        </p:nvSpPr>
        <p:spPr>
          <a:xfrm>
            <a:off x="0" y="0"/>
            <a:ext cx="9144000" cy="711200"/>
          </a:xfrm>
          <a:prstGeom prst="round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F2DBFD95-76F5-4EB9-861C-6921F7973D63}"/>
              </a:ext>
            </a:extLst>
          </p:cNvPr>
          <p:cNvSpPr/>
          <p:nvPr/>
        </p:nvSpPr>
        <p:spPr>
          <a:xfrm>
            <a:off x="7930694" y="6411668"/>
            <a:ext cx="1175322" cy="461665"/>
          </a:xfrm>
          <a:prstGeom prst="rect">
            <a:avLst/>
          </a:prstGeom>
          <a:noFill/>
        </p:spPr>
        <p:txBody>
          <a:bodyPr wrap="none" lIns="91440" tIns="45720" rIns="91440" bIns="45720">
            <a:spAutoFit/>
          </a:bodyPr>
          <a:lstStyle/>
          <a:p>
            <a:pPr algn="ctr"/>
            <a:r>
              <a:rPr lang="en-US" sz="2400" b="1">
                <a:ln w="12700" cmpd="sng">
                  <a:solidFill>
                    <a:schemeClr val="accent4"/>
                  </a:solidFill>
                  <a:prstDash val="solid"/>
                </a:ln>
                <a:solidFill>
                  <a:srgbClr val="FFFF00"/>
                </a:solidFill>
                <a:latin typeface="Arial" panose="020B0604020202020204" pitchFamily="34" charset="0"/>
                <a:cs typeface="Arial" panose="020B0604020202020204" pitchFamily="34" charset="0"/>
              </a:rPr>
              <a:t>Slide 4</a:t>
            </a:r>
          </a:p>
        </p:txBody>
      </p:sp>
      <p:graphicFrame>
        <p:nvGraphicFramePr>
          <p:cNvPr id="6" name="Chart 5">
            <a:extLst>
              <a:ext uri="{FF2B5EF4-FFF2-40B4-BE49-F238E27FC236}">
                <a16:creationId xmlns:a16="http://schemas.microsoft.com/office/drawing/2014/main" id="{0BBEC77D-7E96-860C-AE05-DA0B6AAE4973}"/>
              </a:ext>
            </a:extLst>
          </p:cNvPr>
          <p:cNvGraphicFramePr/>
          <p:nvPr>
            <p:extLst>
              <p:ext uri="{D42A27DB-BD31-4B8C-83A1-F6EECF244321}">
                <p14:modId xmlns:p14="http://schemas.microsoft.com/office/powerpoint/2010/main" val="3740947874"/>
              </p:ext>
            </p:extLst>
          </p:nvPr>
        </p:nvGraphicFramePr>
        <p:xfrm>
          <a:off x="344130" y="883716"/>
          <a:ext cx="8268928" cy="551261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07721610"/>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B8809DC-F3A3-4354-BAEC-C219C472E0B6}"/>
              </a:ext>
            </a:extLst>
          </p:cNvPr>
          <p:cNvSpPr/>
          <p:nvPr/>
        </p:nvSpPr>
        <p:spPr>
          <a:xfrm>
            <a:off x="0" y="6421120"/>
            <a:ext cx="9144000" cy="43688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3D971DDC-5744-472F-AA7E-91EE0CE05497}"/>
              </a:ext>
            </a:extLst>
          </p:cNvPr>
          <p:cNvSpPr txBox="1">
            <a:spLocks/>
          </p:cNvSpPr>
          <p:nvPr/>
        </p:nvSpPr>
        <p:spPr>
          <a:xfrm>
            <a:off x="-357268" y="1676517"/>
            <a:ext cx="9858535" cy="3504966"/>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just"/>
            <a:endParaRPr lang="en-US" sz="260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D2892A6D-5ABF-45F8-998E-20980AEEF96F}"/>
              </a:ext>
            </a:extLst>
          </p:cNvPr>
          <p:cNvSpPr/>
          <p:nvPr/>
        </p:nvSpPr>
        <p:spPr>
          <a:xfrm>
            <a:off x="294105" y="1341538"/>
            <a:ext cx="8643485" cy="4215865"/>
          </a:xfrm>
          <a:prstGeom prst="rect">
            <a:avLst/>
          </a:prstGeom>
          <a:noFill/>
        </p:spPr>
        <p:txBody>
          <a:bodyPr wrap="none" lIns="91440" tIns="45720" rIns="91440" bIns="45720">
            <a:prstTxWarp prst="textWave2">
              <a:avLst/>
            </a:prstTxWarp>
            <a:spAutoFit/>
          </a:bodyPr>
          <a:lstStyle/>
          <a:p>
            <a:pPr algn="ctr"/>
            <a:r>
              <a:rPr lang="en-US" sz="1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Arial" panose="020B0604020202020204" pitchFamily="34" charset="0"/>
                <a:cs typeface="Arial" panose="020B0604020202020204" pitchFamily="34" charset="0"/>
              </a:rPr>
              <a:t>Thank you!</a:t>
            </a:r>
          </a:p>
        </p:txBody>
      </p:sp>
      <p:sp>
        <p:nvSpPr>
          <p:cNvPr id="10" name="Rectangle 9">
            <a:extLst>
              <a:ext uri="{FF2B5EF4-FFF2-40B4-BE49-F238E27FC236}">
                <a16:creationId xmlns:a16="http://schemas.microsoft.com/office/drawing/2014/main" id="{F0B32B1E-7615-40DB-9A6E-FA65E7BDCF65}"/>
              </a:ext>
            </a:extLst>
          </p:cNvPr>
          <p:cNvSpPr/>
          <p:nvPr/>
        </p:nvSpPr>
        <p:spPr>
          <a:xfrm>
            <a:off x="7930694" y="6411668"/>
            <a:ext cx="1175322" cy="461665"/>
          </a:xfrm>
          <a:prstGeom prst="rect">
            <a:avLst/>
          </a:prstGeom>
          <a:noFill/>
        </p:spPr>
        <p:txBody>
          <a:bodyPr wrap="none" lIns="91440" tIns="45720" rIns="91440" bIns="45720">
            <a:spAutoFit/>
          </a:bodyPr>
          <a:lstStyle/>
          <a:p>
            <a:pPr algn="ctr"/>
            <a:r>
              <a:rPr lang="en-US" sz="2400" b="1">
                <a:ln w="12700" cmpd="sng">
                  <a:solidFill>
                    <a:schemeClr val="accent4"/>
                  </a:solidFill>
                  <a:prstDash val="solid"/>
                </a:ln>
                <a:solidFill>
                  <a:srgbClr val="FFFF00"/>
                </a:solidFill>
                <a:latin typeface="Arial" panose="020B0604020202020204" pitchFamily="34" charset="0"/>
                <a:cs typeface="Arial" panose="020B0604020202020204" pitchFamily="34" charset="0"/>
              </a:rPr>
              <a:t>Slide 5</a:t>
            </a:r>
          </a:p>
        </p:txBody>
      </p:sp>
    </p:spTree>
    <p:extLst>
      <p:ext uri="{BB962C8B-B14F-4D97-AF65-F5344CB8AC3E}">
        <p14:creationId xmlns:p14="http://schemas.microsoft.com/office/powerpoint/2010/main" val="19780975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161</TotalTime>
  <Words>211</Words>
  <Application>Microsoft Office PowerPoint</Application>
  <PresentationFormat>On-screen Show (4:3)</PresentationFormat>
  <Paragraphs>18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Wingdings</vt:lpstr>
      <vt:lpstr>Office Theme</vt:lpstr>
      <vt:lpstr>PowerPoint Presentation</vt:lpstr>
      <vt:lpstr>QUỐC PHÒNG TOÀN DÂN</vt:lpstr>
      <vt:lpstr>NỘI DUNG XÂY DỰNG THẾ TRẬN QPTD</vt:lpstr>
      <vt:lpstr>NGÂN SÁCH QUỐC PHÒNG CÁC NƯỚC</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Đinh Khắc Huy</dc:creator>
  <cp:lastModifiedBy>Đinh Khắc Huy</cp:lastModifiedBy>
  <cp:revision>47</cp:revision>
  <dcterms:created xsi:type="dcterms:W3CDTF">2018-12-06T03:06:09Z</dcterms:created>
  <dcterms:modified xsi:type="dcterms:W3CDTF">2023-10-11T01:19:36Z</dcterms:modified>
</cp:coreProperties>
</file>