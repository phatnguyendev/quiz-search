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60" r:id="rId4"/>
    <p:sldId id="261" r:id="rId5"/>
  </p:sldIdLst>
  <p:sldSz cx="12192000" cy="6858000"/>
  <p:notesSz cx="6858000" cy="9144000"/>
  <p:custShowLst>
    <p:custShow name="Custom Show 2,3" id="0">
      <p:sldLst>
        <p:sld r:id="rId3"/>
        <p:sld r:id="rId4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Đinh Khắc Huy" userId="89492ed8-7268-4dda-8a68-3a68918c47dd" providerId="ADAL" clId="{AAD49A67-C853-4CB9-8092-DBF1422B5C81}"/>
    <pc:docChg chg="modSld modMainMaster">
      <pc:chgData name="Đinh Khắc Huy" userId="89492ed8-7268-4dda-8a68-3a68918c47dd" providerId="ADAL" clId="{AAD49A67-C853-4CB9-8092-DBF1422B5C81}" dt="2024-10-23T08:25:23.799" v="11" actId="27918"/>
      <pc:docMkLst>
        <pc:docMk/>
      </pc:docMkLst>
      <pc:sldChg chg="modTransition">
        <pc:chgData name="Đinh Khắc Huy" userId="89492ed8-7268-4dda-8a68-3a68918c47dd" providerId="ADAL" clId="{AAD49A67-C853-4CB9-8092-DBF1422B5C81}" dt="2024-10-23T07:53:05.629" v="9"/>
        <pc:sldMkLst>
          <pc:docMk/>
          <pc:sldMk cId="2061278161" sldId="256"/>
        </pc:sldMkLst>
      </pc:sldChg>
      <pc:sldChg chg="mod modTransition">
        <pc:chgData name="Đinh Khắc Huy" userId="89492ed8-7268-4dda-8a68-3a68918c47dd" providerId="ADAL" clId="{AAD49A67-C853-4CB9-8092-DBF1422B5C81}" dt="2024-10-23T08:25:23.799" v="11" actId="27918"/>
        <pc:sldMkLst>
          <pc:docMk/>
          <pc:sldMk cId="102579563" sldId="259"/>
        </pc:sldMkLst>
      </pc:sldChg>
      <pc:sldChg chg="modTransition">
        <pc:chgData name="Đinh Khắc Huy" userId="89492ed8-7268-4dda-8a68-3a68918c47dd" providerId="ADAL" clId="{AAD49A67-C853-4CB9-8092-DBF1422B5C81}" dt="2024-10-23T07:53:13.001" v="10"/>
        <pc:sldMkLst>
          <pc:docMk/>
          <pc:sldMk cId="3779062697" sldId="260"/>
        </pc:sldMkLst>
      </pc:sldChg>
      <pc:sldChg chg="modTransition">
        <pc:chgData name="Đinh Khắc Huy" userId="89492ed8-7268-4dda-8a68-3a68918c47dd" providerId="ADAL" clId="{AAD49A67-C853-4CB9-8092-DBF1422B5C81}" dt="2024-10-23T07:53:13.001" v="10"/>
        <pc:sldMkLst>
          <pc:docMk/>
          <pc:sldMk cId="2927622354" sldId="261"/>
        </pc:sldMkLst>
      </pc:sldChg>
      <pc:sldMasterChg chg="modSldLayout">
        <pc:chgData name="Đinh Khắc Huy" userId="89492ed8-7268-4dda-8a68-3a68918c47dd" providerId="ADAL" clId="{AAD49A67-C853-4CB9-8092-DBF1422B5C81}" dt="2024-10-23T07:53:13.001" v="10"/>
        <pc:sldMasterMkLst>
          <pc:docMk/>
          <pc:sldMasterMk cId="1118698131" sldId="2147483648"/>
        </pc:sldMasterMkLst>
        <pc:sldLayoutChg chg="modSp modTransition">
          <pc:chgData name="Đinh Khắc Huy" userId="89492ed8-7268-4dda-8a68-3a68918c47dd" providerId="ADAL" clId="{AAD49A67-C853-4CB9-8092-DBF1422B5C81}" dt="2024-10-23T07:53:13.001" v="10"/>
          <pc:sldLayoutMkLst>
            <pc:docMk/>
            <pc:sldMasterMk cId="1118698131" sldId="2147483648"/>
            <pc:sldLayoutMk cId="174975880" sldId="2147483650"/>
          </pc:sldLayoutMkLst>
          <pc:spChg chg="mod">
            <ac:chgData name="Đinh Khắc Huy" userId="89492ed8-7268-4dda-8a68-3a68918c47dd" providerId="ADAL" clId="{AAD49A67-C853-4CB9-8092-DBF1422B5C81}" dt="2024-10-23T07:51:27.732" v="1" actId="208"/>
            <ac:spMkLst>
              <pc:docMk/>
              <pc:sldMasterMk cId="1118698131" sldId="2147483648"/>
              <pc:sldLayoutMk cId="174975880" sldId="2147483650"/>
              <ac:spMk id="2" creationId="{0877CE86-6811-F044-CC1C-80605C6E3FF2}"/>
            </ac:spMkLst>
          </pc:spChg>
          <pc:spChg chg="mod">
            <ac:chgData name="Đinh Khắc Huy" userId="89492ed8-7268-4dda-8a68-3a68918c47dd" providerId="ADAL" clId="{AAD49A67-C853-4CB9-8092-DBF1422B5C81}" dt="2024-10-23T07:52:02.516" v="3" actId="208"/>
            <ac:spMkLst>
              <pc:docMk/>
              <pc:sldMasterMk cId="1118698131" sldId="2147483648"/>
              <pc:sldLayoutMk cId="174975880" sldId="2147483650"/>
              <ac:spMk id="6" creationId="{DFFF055D-1A34-7D6C-67C3-0177BC0D9566}"/>
            </ac:spMkLst>
          </pc:spChg>
        </pc:sldLayoutChg>
      </pc:sldMasterChg>
    </pc:docChg>
  </pc:docChgLst>
  <pc:docChgLst>
    <pc:chgData name="Đinh Khắc Huy" userId="89492ed8-7268-4dda-8a68-3a68918c47dd" providerId="ADAL" clId="{AA3E4B03-00EF-4B23-BB27-C4AA3E4F00AF}"/>
    <pc:docChg chg="modSld">
      <pc:chgData name="Đinh Khắc Huy" userId="89492ed8-7268-4dda-8a68-3a68918c47dd" providerId="ADAL" clId="{AA3E4B03-00EF-4B23-BB27-C4AA3E4F00AF}" dt="2024-08-22T03:30:51.730" v="1" actId="27918"/>
      <pc:docMkLst>
        <pc:docMk/>
      </pc:docMkLst>
      <pc:sldChg chg="mod">
        <pc:chgData name="Đinh Khắc Huy" userId="89492ed8-7268-4dda-8a68-3a68918c47dd" providerId="ADAL" clId="{AA3E4B03-00EF-4B23-BB27-C4AA3E4F00AF}" dt="2024-08-22T03:30:51.730" v="1" actId="27918"/>
        <pc:sldMkLst>
          <pc:docMk/>
          <pc:sldMk cId="102579563" sldId="259"/>
        </pc:sldMkLst>
      </pc:sldChg>
    </pc:docChg>
  </pc:docChgLst>
  <pc:docChgLst>
    <pc:chgData name="Đinh Khắc Huy" userId="89492ed8-7268-4dda-8a68-3a68918c47dd" providerId="ADAL" clId="{AD16CCD4-0270-43A9-8410-DD7BD03864F4}"/>
    <pc:docChg chg="modSld">
      <pc:chgData name="Đinh Khắc Huy" userId="89492ed8-7268-4dda-8a68-3a68918c47dd" providerId="ADAL" clId="{AD16CCD4-0270-43A9-8410-DD7BD03864F4}" dt="2026-05-07T02:20:35.946" v="5" actId="27918"/>
      <pc:docMkLst>
        <pc:docMk/>
      </pc:docMkLst>
      <pc:sldChg chg="mod">
        <pc:chgData name="Đinh Khắc Huy" userId="89492ed8-7268-4dda-8a68-3a68918c47dd" providerId="ADAL" clId="{AD16CCD4-0270-43A9-8410-DD7BD03864F4}" dt="2026-05-07T02:20:35.946" v="5" actId="27918"/>
        <pc:sldMkLst>
          <pc:docMk/>
          <pc:sldMk cId="102579563" sldId="259"/>
        </pc:sldMkLst>
      </pc:sldChg>
    </pc:docChg>
  </pc:docChgLst>
  <pc:docChgLst>
    <pc:chgData name="Đinh Khắc Huy" userId="89492ed8-7268-4dda-8a68-3a68918c47dd" providerId="ADAL" clId="{3655B1E5-F41A-49CF-9BB7-6A093B870E07}"/>
    <pc:docChg chg="undo custSel addSld delSld modSld sldOrd modMainMaster modShowInfo">
      <pc:chgData name="Đinh Khắc Huy" userId="89492ed8-7268-4dda-8a68-3a68918c47dd" providerId="ADAL" clId="{3655B1E5-F41A-49CF-9BB7-6A093B870E07}" dt="2024-07-11T03:12:47.161" v="1108" actId="207"/>
      <pc:docMkLst>
        <pc:docMk/>
      </pc:docMkLst>
      <pc:sldChg chg="addSp delSp modSp new mod modTransition setBg modAnim">
        <pc:chgData name="Đinh Khắc Huy" userId="89492ed8-7268-4dda-8a68-3a68918c47dd" providerId="ADAL" clId="{3655B1E5-F41A-49CF-9BB7-6A093B870E07}" dt="2024-07-11T03:12:32.013" v="1107" actId="207"/>
        <pc:sldMkLst>
          <pc:docMk/>
          <pc:sldMk cId="2061278161" sldId="256"/>
        </pc:sldMkLst>
        <pc:spChg chg="del mod">
          <ac:chgData name="Đinh Khắc Huy" userId="89492ed8-7268-4dda-8a68-3a68918c47dd" providerId="ADAL" clId="{3655B1E5-F41A-49CF-9BB7-6A093B870E07}" dt="2024-07-10T07:31:21.733" v="69" actId="478"/>
          <ac:spMkLst>
            <pc:docMk/>
            <pc:sldMk cId="2061278161" sldId="256"/>
            <ac:spMk id="2" creationId="{6E30394D-C7BD-AB30-E2DE-10051A409A80}"/>
          </ac:spMkLst>
        </pc:spChg>
        <pc:spChg chg="del mod">
          <ac:chgData name="Đinh Khắc Huy" userId="89492ed8-7268-4dda-8a68-3a68918c47dd" providerId="ADAL" clId="{3655B1E5-F41A-49CF-9BB7-6A093B870E07}" dt="2024-07-10T07:31:12.366" v="66" actId="478"/>
          <ac:spMkLst>
            <pc:docMk/>
            <pc:sldMk cId="2061278161" sldId="256"/>
            <ac:spMk id="3" creationId="{820169FF-12D5-D35C-7E53-BB09023A96E8}"/>
          </ac:spMkLst>
        </pc:spChg>
        <pc:spChg chg="add mod">
          <ac:chgData name="Đinh Khắc Huy" userId="89492ed8-7268-4dda-8a68-3a68918c47dd" providerId="ADAL" clId="{3655B1E5-F41A-49CF-9BB7-6A093B870E07}" dt="2024-07-11T03:12:32.013" v="1107" actId="207"/>
          <ac:spMkLst>
            <pc:docMk/>
            <pc:sldMk cId="2061278161" sldId="256"/>
            <ac:spMk id="4" creationId="{3AA0AE67-E446-12F8-8219-20CBF0DBF47F}"/>
          </ac:spMkLst>
        </pc:spChg>
        <pc:picChg chg="add mod">
          <ac:chgData name="Đinh Khắc Huy" userId="89492ed8-7268-4dda-8a68-3a68918c47dd" providerId="ADAL" clId="{3655B1E5-F41A-49CF-9BB7-6A093B870E07}" dt="2024-07-11T02:10:47.744" v="1102"/>
          <ac:picMkLst>
            <pc:docMk/>
            <pc:sldMk cId="2061278161" sldId="256"/>
            <ac:picMk id="6" creationId="{7D2EFE74-C9D7-87F6-6B04-526F668278D9}"/>
          </ac:picMkLst>
        </pc:picChg>
      </pc:sldChg>
      <pc:sldChg chg="add del">
        <pc:chgData name="Đinh Khắc Huy" userId="89492ed8-7268-4dda-8a68-3a68918c47dd" providerId="ADAL" clId="{3655B1E5-F41A-49CF-9BB7-6A093B870E07}" dt="2024-07-10T07:35:52.328" v="151" actId="2696"/>
        <pc:sldMkLst>
          <pc:docMk/>
          <pc:sldMk cId="2660923400" sldId="257"/>
        </pc:sldMkLst>
      </pc:sldChg>
      <pc:sldChg chg="addSp delSp modSp new del mod">
        <pc:chgData name="Đinh Khắc Huy" userId="89492ed8-7268-4dda-8a68-3a68918c47dd" providerId="ADAL" clId="{3655B1E5-F41A-49CF-9BB7-6A093B870E07}" dt="2024-07-10T07:50:18.154" v="408" actId="47"/>
        <pc:sldMkLst>
          <pc:docMk/>
          <pc:sldMk cId="3709628985" sldId="257"/>
        </pc:sldMkLst>
        <pc:spChg chg="mod">
          <ac:chgData name="Đinh Khắc Huy" userId="89492ed8-7268-4dda-8a68-3a68918c47dd" providerId="ADAL" clId="{3655B1E5-F41A-49CF-9BB7-6A093B870E07}" dt="2024-07-10T07:38:11.358" v="275" actId="20577"/>
          <ac:spMkLst>
            <pc:docMk/>
            <pc:sldMk cId="3709628985" sldId="257"/>
            <ac:spMk id="2" creationId="{E62C7DC3-7C7B-554D-3AFA-0A372E2A8DA4}"/>
          </ac:spMkLst>
        </pc:spChg>
        <pc:spChg chg="del">
          <ac:chgData name="Đinh Khắc Huy" userId="89492ed8-7268-4dda-8a68-3a68918c47dd" providerId="ADAL" clId="{3655B1E5-F41A-49CF-9BB7-6A093B870E07}" dt="2024-07-10T07:38:20.621" v="276" actId="478"/>
          <ac:spMkLst>
            <pc:docMk/>
            <pc:sldMk cId="3709628985" sldId="257"/>
            <ac:spMk id="3" creationId="{8151ED59-4EC6-1875-19FD-30A05D6FE110}"/>
          </ac:spMkLst>
        </pc:spChg>
        <pc:spChg chg="add mod">
          <ac:chgData name="Đinh Khắc Huy" userId="89492ed8-7268-4dda-8a68-3a68918c47dd" providerId="ADAL" clId="{3655B1E5-F41A-49CF-9BB7-6A093B870E07}" dt="2024-07-10T07:41:14.962" v="339" actId="1076"/>
          <ac:spMkLst>
            <pc:docMk/>
            <pc:sldMk cId="3709628985" sldId="257"/>
            <ac:spMk id="5" creationId="{978D17C3-AA52-2D8E-1684-5CC867633FC6}"/>
          </ac:spMkLst>
        </pc:spChg>
        <pc:spChg chg="add mod">
          <ac:chgData name="Đinh Khắc Huy" userId="89492ed8-7268-4dda-8a68-3a68918c47dd" providerId="ADAL" clId="{3655B1E5-F41A-49CF-9BB7-6A093B870E07}" dt="2024-07-10T07:41:28.345" v="344" actId="1076"/>
          <ac:spMkLst>
            <pc:docMk/>
            <pc:sldMk cId="3709628985" sldId="257"/>
            <ac:spMk id="6" creationId="{7C19A700-3AF3-85EA-9982-7D53B708CC08}"/>
          </ac:spMkLst>
        </pc:spChg>
        <pc:spChg chg="add mod">
          <ac:chgData name="Đinh Khắc Huy" userId="89492ed8-7268-4dda-8a68-3a68918c47dd" providerId="ADAL" clId="{3655B1E5-F41A-49CF-9BB7-6A093B870E07}" dt="2024-07-10T07:41:31.066" v="347" actId="1037"/>
          <ac:spMkLst>
            <pc:docMk/>
            <pc:sldMk cId="3709628985" sldId="257"/>
            <ac:spMk id="7" creationId="{886C8E8C-0BBA-6896-6095-44DC02E336C2}"/>
          </ac:spMkLst>
        </pc:spChg>
        <pc:spChg chg="add mod">
          <ac:chgData name="Đinh Khắc Huy" userId="89492ed8-7268-4dda-8a68-3a68918c47dd" providerId="ADAL" clId="{3655B1E5-F41A-49CF-9BB7-6A093B870E07}" dt="2024-07-10T07:43:26.995" v="348"/>
          <ac:spMkLst>
            <pc:docMk/>
            <pc:sldMk cId="3709628985" sldId="257"/>
            <ac:spMk id="8" creationId="{68E9F9DA-E9FB-2A5F-9567-A525C0BF41B2}"/>
          </ac:spMkLst>
        </pc:spChg>
        <pc:graphicFrameChg chg="add mod modGraphic">
          <ac:chgData name="Đinh Khắc Huy" userId="89492ed8-7268-4dda-8a68-3a68918c47dd" providerId="ADAL" clId="{3655B1E5-F41A-49CF-9BB7-6A093B870E07}" dt="2024-07-10T07:44:04.372" v="359" actId="1076"/>
          <ac:graphicFrameMkLst>
            <pc:docMk/>
            <pc:sldMk cId="3709628985" sldId="257"/>
            <ac:graphicFrameMk id="9" creationId="{294A4D52-1BE6-A51D-0F7E-5FFB9D265BEC}"/>
          </ac:graphicFrameMkLst>
        </pc:graphicFrameChg>
      </pc:sldChg>
      <pc:sldChg chg="addSp delSp modSp add del mod modTransition modAnim">
        <pc:chgData name="Đinh Khắc Huy" userId="89492ed8-7268-4dda-8a68-3a68918c47dd" providerId="ADAL" clId="{3655B1E5-F41A-49CF-9BB7-6A093B870E07}" dt="2024-07-11T01:56:52.240" v="1042" actId="47"/>
        <pc:sldMkLst>
          <pc:docMk/>
          <pc:sldMk cId="3822866190" sldId="258"/>
        </pc:sldMkLst>
        <pc:spChg chg="mod">
          <ac:chgData name="Đinh Khắc Huy" userId="89492ed8-7268-4dda-8a68-3a68918c47dd" providerId="ADAL" clId="{3655B1E5-F41A-49CF-9BB7-6A093B870E07}" dt="2024-07-10T07:54:50.960" v="504" actId="962"/>
          <ac:spMkLst>
            <pc:docMk/>
            <pc:sldMk cId="3822866190" sldId="258"/>
            <ac:spMk id="5" creationId="{978D17C3-AA52-2D8E-1684-5CC867633FC6}"/>
          </ac:spMkLst>
        </pc:spChg>
        <pc:spChg chg="mod">
          <ac:chgData name="Đinh Khắc Huy" userId="89492ed8-7268-4dda-8a68-3a68918c47dd" providerId="ADAL" clId="{3655B1E5-F41A-49CF-9BB7-6A093B870E07}" dt="2024-07-10T07:54:56.976" v="505" actId="962"/>
          <ac:spMkLst>
            <pc:docMk/>
            <pc:sldMk cId="3822866190" sldId="258"/>
            <ac:spMk id="6" creationId="{7C19A700-3AF3-85EA-9982-7D53B708CC08}"/>
          </ac:spMkLst>
        </pc:spChg>
        <pc:spChg chg="mod">
          <ac:chgData name="Đinh Khắc Huy" userId="89492ed8-7268-4dda-8a68-3a68918c47dd" providerId="ADAL" clId="{3655B1E5-F41A-49CF-9BB7-6A093B870E07}" dt="2024-07-10T07:55:01.919" v="506" actId="962"/>
          <ac:spMkLst>
            <pc:docMk/>
            <pc:sldMk cId="3822866190" sldId="258"/>
            <ac:spMk id="7" creationId="{886C8E8C-0BBA-6896-6095-44DC02E336C2}"/>
          </ac:spMkLst>
        </pc:spChg>
        <pc:spChg chg="mod">
          <ac:chgData name="Đinh Khắc Huy" userId="89492ed8-7268-4dda-8a68-3a68918c47dd" providerId="ADAL" clId="{3655B1E5-F41A-49CF-9BB7-6A093B870E07}" dt="2024-07-10T07:56:03.786" v="531" actId="20577"/>
          <ac:spMkLst>
            <pc:docMk/>
            <pc:sldMk cId="3822866190" sldId="258"/>
            <ac:spMk id="8" creationId="{68E9F9DA-E9FB-2A5F-9567-A525C0BF41B2}"/>
          </ac:spMkLst>
        </pc:spChg>
        <pc:graphicFrameChg chg="add del mod">
          <ac:chgData name="Đinh Khắc Huy" userId="89492ed8-7268-4dda-8a68-3a68918c47dd" providerId="ADAL" clId="{3655B1E5-F41A-49CF-9BB7-6A093B870E07}" dt="2024-07-10T07:48:50.154" v="402" actId="478"/>
          <ac:graphicFrameMkLst>
            <pc:docMk/>
            <pc:sldMk cId="3822866190" sldId="258"/>
            <ac:graphicFrameMk id="9" creationId="{294A4D52-1BE6-A51D-0F7E-5FFB9D265BEC}"/>
          </ac:graphicFrameMkLst>
        </pc:graphicFrameChg>
        <pc:picChg chg="add mod">
          <ac:chgData name="Đinh Khắc Huy" userId="89492ed8-7268-4dda-8a68-3a68918c47dd" providerId="ADAL" clId="{3655B1E5-F41A-49CF-9BB7-6A093B870E07}" dt="2024-07-10T07:54:33.498" v="502" actId="12788"/>
          <ac:picMkLst>
            <pc:docMk/>
            <pc:sldMk cId="3822866190" sldId="258"/>
            <ac:picMk id="1026" creationId="{AF84C2B2-8C18-4648-90F4-95BBD1F618EB}"/>
          </ac:picMkLst>
        </pc:picChg>
        <pc:picChg chg="add mod">
          <ac:chgData name="Đinh Khắc Huy" userId="89492ed8-7268-4dda-8a68-3a68918c47dd" providerId="ADAL" clId="{3655B1E5-F41A-49CF-9BB7-6A093B870E07}" dt="2024-07-10T07:54:33.498" v="502" actId="12788"/>
          <ac:picMkLst>
            <pc:docMk/>
            <pc:sldMk cId="3822866190" sldId="258"/>
            <ac:picMk id="1028" creationId="{A33AA2D9-73B0-42F2-126D-D14797E28A3A}"/>
          </ac:picMkLst>
        </pc:picChg>
        <pc:picChg chg="add mod">
          <ac:chgData name="Đinh Khắc Huy" userId="89492ed8-7268-4dda-8a68-3a68918c47dd" providerId="ADAL" clId="{3655B1E5-F41A-49CF-9BB7-6A093B870E07}" dt="2024-07-10T07:54:37.181" v="503" actId="1076"/>
          <ac:picMkLst>
            <pc:docMk/>
            <pc:sldMk cId="3822866190" sldId="258"/>
            <ac:picMk id="1030" creationId="{9D6FC3B0-6169-1CB4-1766-3142CB99849D}"/>
          </ac:picMkLst>
        </pc:picChg>
        <pc:picChg chg="add mod">
          <ac:chgData name="Đinh Khắc Huy" userId="89492ed8-7268-4dda-8a68-3a68918c47dd" providerId="ADAL" clId="{3655B1E5-F41A-49CF-9BB7-6A093B870E07}" dt="2024-07-10T07:54:33.498" v="502" actId="12788"/>
          <ac:picMkLst>
            <pc:docMk/>
            <pc:sldMk cId="3822866190" sldId="258"/>
            <ac:picMk id="1032" creationId="{3E262EDF-EC3F-CF84-CABA-06779D702E0F}"/>
          </ac:picMkLst>
        </pc:picChg>
      </pc:sldChg>
      <pc:sldChg chg="addSp delSp modSp new mod ord modTransition modAnim">
        <pc:chgData name="Đinh Khắc Huy" userId="89492ed8-7268-4dda-8a68-3a68918c47dd" providerId="ADAL" clId="{3655B1E5-F41A-49CF-9BB7-6A093B870E07}" dt="2024-07-11T01:59:46.835" v="1075" actId="207"/>
        <pc:sldMkLst>
          <pc:docMk/>
          <pc:sldMk cId="102579563" sldId="259"/>
        </pc:sldMkLst>
        <pc:spChg chg="mod">
          <ac:chgData name="Đinh Khắc Huy" userId="89492ed8-7268-4dda-8a68-3a68918c47dd" providerId="ADAL" clId="{3655B1E5-F41A-49CF-9BB7-6A093B870E07}" dt="2024-07-10T08:58:45.173" v="641" actId="20577"/>
          <ac:spMkLst>
            <pc:docMk/>
            <pc:sldMk cId="102579563" sldId="259"/>
            <ac:spMk id="2" creationId="{56A97B4A-C11A-C57B-8B06-CFEBD4142FD3}"/>
          </ac:spMkLst>
        </pc:spChg>
        <pc:spChg chg="del">
          <ac:chgData name="Đinh Khắc Huy" userId="89492ed8-7268-4dda-8a68-3a68918c47dd" providerId="ADAL" clId="{3655B1E5-F41A-49CF-9BB7-6A093B870E07}" dt="2024-07-10T08:01:26.903" v="566" actId="478"/>
          <ac:spMkLst>
            <pc:docMk/>
            <pc:sldMk cId="102579563" sldId="259"/>
            <ac:spMk id="3" creationId="{569BC78B-9BB6-BAD8-5070-00DD47B12C38}"/>
          </ac:spMkLst>
        </pc:spChg>
        <pc:graphicFrameChg chg="add mod">
          <ac:chgData name="Đinh Khắc Huy" userId="89492ed8-7268-4dda-8a68-3a68918c47dd" providerId="ADAL" clId="{3655B1E5-F41A-49CF-9BB7-6A093B870E07}" dt="2024-07-11T01:59:46.835" v="1075" actId="207"/>
          <ac:graphicFrameMkLst>
            <pc:docMk/>
            <pc:sldMk cId="102579563" sldId="259"/>
            <ac:graphicFrameMk id="7" creationId="{EFD290B9-3A40-D3C5-6FD0-001A85CB67DC}"/>
          </ac:graphicFrameMkLst>
        </pc:graphicFrameChg>
      </pc:sldChg>
      <pc:sldChg chg="modSp add modTransition modAnim">
        <pc:chgData name="Đinh Khắc Huy" userId="89492ed8-7268-4dda-8a68-3a68918c47dd" providerId="ADAL" clId="{3655B1E5-F41A-49CF-9BB7-6A093B870E07}" dt="2024-07-11T01:19:06.086" v="660"/>
        <pc:sldMkLst>
          <pc:docMk/>
          <pc:sldMk cId="3779062697" sldId="260"/>
        </pc:sldMkLst>
        <pc:spChg chg="mod">
          <ac:chgData name="Đinh Khắc Huy" userId="89492ed8-7268-4dda-8a68-3a68918c47dd" providerId="ADAL" clId="{3655B1E5-F41A-49CF-9BB7-6A093B870E07}" dt="2024-07-10T08:00:12.759" v="556" actId="962"/>
          <ac:spMkLst>
            <pc:docMk/>
            <pc:sldMk cId="3779062697" sldId="260"/>
            <ac:spMk id="5" creationId="{978D17C3-AA52-2D8E-1684-5CC867633FC6}"/>
          </ac:spMkLst>
        </pc:spChg>
        <pc:spChg chg="mod">
          <ac:chgData name="Đinh Khắc Huy" userId="89492ed8-7268-4dda-8a68-3a68918c47dd" providerId="ADAL" clId="{3655B1E5-F41A-49CF-9BB7-6A093B870E07}" dt="2024-07-10T08:00:18.133" v="557" actId="962"/>
          <ac:spMkLst>
            <pc:docMk/>
            <pc:sldMk cId="3779062697" sldId="260"/>
            <ac:spMk id="6" creationId="{7C19A700-3AF3-85EA-9982-7D53B708CC08}"/>
          </ac:spMkLst>
        </pc:spChg>
        <pc:spChg chg="mod">
          <ac:chgData name="Đinh Khắc Huy" userId="89492ed8-7268-4dda-8a68-3a68918c47dd" providerId="ADAL" clId="{3655B1E5-F41A-49CF-9BB7-6A093B870E07}" dt="2024-07-10T08:00:26.400" v="558" actId="962"/>
          <ac:spMkLst>
            <pc:docMk/>
            <pc:sldMk cId="3779062697" sldId="260"/>
            <ac:spMk id="7" creationId="{886C8E8C-0BBA-6896-6095-44DC02E336C2}"/>
          </ac:spMkLst>
        </pc:spChg>
        <pc:spChg chg="mod">
          <ac:chgData name="Đinh Khắc Huy" userId="89492ed8-7268-4dda-8a68-3a68918c47dd" providerId="ADAL" clId="{3655B1E5-F41A-49CF-9BB7-6A093B870E07}" dt="2024-07-10T08:00:32.945" v="559" actId="962"/>
          <ac:spMkLst>
            <pc:docMk/>
            <pc:sldMk cId="3779062697" sldId="260"/>
            <ac:spMk id="8" creationId="{68E9F9DA-E9FB-2A5F-9567-A525C0BF41B2}"/>
          </ac:spMkLst>
        </pc:spChg>
        <pc:picChg chg="mod">
          <ac:chgData name="Đinh Khắc Huy" userId="89492ed8-7268-4dda-8a68-3a68918c47dd" providerId="ADAL" clId="{3655B1E5-F41A-49CF-9BB7-6A093B870E07}" dt="2024-07-10T07:59:35.918" v="545" actId="962"/>
          <ac:picMkLst>
            <pc:docMk/>
            <pc:sldMk cId="3779062697" sldId="260"/>
            <ac:picMk id="1026" creationId="{AF84C2B2-8C18-4648-90F4-95BBD1F618EB}"/>
          </ac:picMkLst>
        </pc:picChg>
        <pc:picChg chg="mod">
          <ac:chgData name="Đinh Khắc Huy" userId="89492ed8-7268-4dda-8a68-3a68918c47dd" providerId="ADAL" clId="{3655B1E5-F41A-49CF-9BB7-6A093B870E07}" dt="2024-07-10T07:59:40.899" v="546" actId="962"/>
          <ac:picMkLst>
            <pc:docMk/>
            <pc:sldMk cId="3779062697" sldId="260"/>
            <ac:picMk id="1028" creationId="{A33AA2D9-73B0-42F2-126D-D14797E28A3A}"/>
          </ac:picMkLst>
        </pc:picChg>
        <pc:picChg chg="mod">
          <ac:chgData name="Đinh Khắc Huy" userId="89492ed8-7268-4dda-8a68-3a68918c47dd" providerId="ADAL" clId="{3655B1E5-F41A-49CF-9BB7-6A093B870E07}" dt="2024-07-10T07:59:47.707" v="547" actId="962"/>
          <ac:picMkLst>
            <pc:docMk/>
            <pc:sldMk cId="3779062697" sldId="260"/>
            <ac:picMk id="1030" creationId="{9D6FC3B0-6169-1CB4-1766-3142CB99849D}"/>
          </ac:picMkLst>
        </pc:picChg>
        <pc:picChg chg="mod">
          <ac:chgData name="Đinh Khắc Huy" userId="89492ed8-7268-4dda-8a68-3a68918c47dd" providerId="ADAL" clId="{3655B1E5-F41A-49CF-9BB7-6A093B870E07}" dt="2024-07-10T07:59:57.729" v="548" actId="962"/>
          <ac:picMkLst>
            <pc:docMk/>
            <pc:sldMk cId="3779062697" sldId="260"/>
            <ac:picMk id="1032" creationId="{3E262EDF-EC3F-CF84-CABA-06779D702E0F}"/>
          </ac:picMkLst>
        </pc:picChg>
      </pc:sldChg>
      <pc:sldChg chg="modSp new del mod">
        <pc:chgData name="Đinh Khắc Huy" userId="89492ed8-7268-4dda-8a68-3a68918c47dd" providerId="ADAL" clId="{3655B1E5-F41A-49CF-9BB7-6A093B870E07}" dt="2024-07-11T01:20:48.116" v="701" actId="47"/>
        <pc:sldMkLst>
          <pc:docMk/>
          <pc:sldMk cId="223732171" sldId="261"/>
        </pc:sldMkLst>
        <pc:spChg chg="mod">
          <ac:chgData name="Đinh Khắc Huy" userId="89492ed8-7268-4dda-8a68-3a68918c47dd" providerId="ADAL" clId="{3655B1E5-F41A-49CF-9BB7-6A093B870E07}" dt="2024-07-11T01:20:02.532" v="700" actId="20577"/>
          <ac:spMkLst>
            <pc:docMk/>
            <pc:sldMk cId="223732171" sldId="261"/>
            <ac:spMk id="2" creationId="{833F9B54-CEF5-36A8-123A-13CFEFD07712}"/>
          </ac:spMkLst>
        </pc:spChg>
      </pc:sldChg>
      <pc:sldChg chg="addSp delSp modSp new mod modAnim">
        <pc:chgData name="Đinh Khắc Huy" userId="89492ed8-7268-4dda-8a68-3a68918c47dd" providerId="ADAL" clId="{3655B1E5-F41A-49CF-9BB7-6A093B870E07}" dt="2024-07-11T03:00:46.101" v="1104"/>
        <pc:sldMkLst>
          <pc:docMk/>
          <pc:sldMk cId="2927622354" sldId="261"/>
        </pc:sldMkLst>
        <pc:spChg chg="mod">
          <ac:chgData name="Đinh Khắc Huy" userId="89492ed8-7268-4dda-8a68-3a68918c47dd" providerId="ADAL" clId="{3655B1E5-F41A-49CF-9BB7-6A093B870E07}" dt="2024-07-11T01:34:47.953" v="995" actId="1076"/>
          <ac:spMkLst>
            <pc:docMk/>
            <pc:sldMk cId="2927622354" sldId="261"/>
            <ac:spMk id="2" creationId="{D7880A19-600C-E279-52FA-2430A4D06619}"/>
          </ac:spMkLst>
        </pc:spChg>
        <pc:spChg chg="del">
          <ac:chgData name="Đinh Khắc Huy" userId="89492ed8-7268-4dda-8a68-3a68918c47dd" providerId="ADAL" clId="{3655B1E5-F41A-49CF-9BB7-6A093B870E07}" dt="2024-07-11T01:24:36.517" v="741" actId="478"/>
          <ac:spMkLst>
            <pc:docMk/>
            <pc:sldMk cId="2927622354" sldId="261"/>
            <ac:spMk id="3" creationId="{8CDFC1C3-45AC-28BA-2416-9FE0FA819EFC}"/>
          </ac:spMkLst>
        </pc:spChg>
        <pc:spChg chg="add mod">
          <ac:chgData name="Đinh Khắc Huy" userId="89492ed8-7268-4dda-8a68-3a68918c47dd" providerId="ADAL" clId="{3655B1E5-F41A-49CF-9BB7-6A093B870E07}" dt="2024-07-11T01:34:54.676" v="996" actId="1076"/>
          <ac:spMkLst>
            <pc:docMk/>
            <pc:sldMk cId="2927622354" sldId="261"/>
            <ac:spMk id="5" creationId="{37F1F2BA-D430-272F-1340-EDC33A31E1D1}"/>
          </ac:spMkLst>
        </pc:spChg>
        <pc:spChg chg="add mod">
          <ac:chgData name="Đinh Khắc Huy" userId="89492ed8-7268-4dda-8a68-3a68918c47dd" providerId="ADAL" clId="{3655B1E5-F41A-49CF-9BB7-6A093B870E07}" dt="2024-07-11T01:34:54.676" v="996" actId="1076"/>
          <ac:spMkLst>
            <pc:docMk/>
            <pc:sldMk cId="2927622354" sldId="261"/>
            <ac:spMk id="6" creationId="{DA2DD861-5EA2-AE4C-880E-E9B856941741}"/>
          </ac:spMkLst>
        </pc:spChg>
        <pc:spChg chg="add mod">
          <ac:chgData name="Đinh Khắc Huy" userId="89492ed8-7268-4dda-8a68-3a68918c47dd" providerId="ADAL" clId="{3655B1E5-F41A-49CF-9BB7-6A093B870E07}" dt="2024-07-11T01:34:54.676" v="996" actId="1076"/>
          <ac:spMkLst>
            <pc:docMk/>
            <pc:sldMk cId="2927622354" sldId="261"/>
            <ac:spMk id="7" creationId="{0289730D-4C06-67CF-8E1A-F6FD1F027B02}"/>
          </ac:spMkLst>
        </pc:spChg>
        <pc:spChg chg="add mod">
          <ac:chgData name="Đinh Khắc Huy" userId="89492ed8-7268-4dda-8a68-3a68918c47dd" providerId="ADAL" clId="{3655B1E5-F41A-49CF-9BB7-6A093B870E07}" dt="2024-07-11T01:34:54.676" v="996" actId="1076"/>
          <ac:spMkLst>
            <pc:docMk/>
            <pc:sldMk cId="2927622354" sldId="261"/>
            <ac:spMk id="8" creationId="{AC292C77-D3BA-DD3F-E2AF-B79A7A9EF75C}"/>
          </ac:spMkLst>
        </pc:spChg>
        <pc:spChg chg="add mod">
          <ac:chgData name="Đinh Khắc Huy" userId="89492ed8-7268-4dda-8a68-3a68918c47dd" providerId="ADAL" clId="{3655B1E5-F41A-49CF-9BB7-6A093B870E07}" dt="2024-07-11T01:34:54.676" v="996" actId="1076"/>
          <ac:spMkLst>
            <pc:docMk/>
            <pc:sldMk cId="2927622354" sldId="261"/>
            <ac:spMk id="9" creationId="{02F1FF58-DCDA-BEFE-AFC3-345E93E7D382}"/>
          </ac:spMkLst>
        </pc:spChg>
      </pc:sldChg>
      <pc:sldChg chg="modSp add del mod modTransition">
        <pc:chgData name="Đinh Khắc Huy" userId="89492ed8-7268-4dda-8a68-3a68918c47dd" providerId="ADAL" clId="{3655B1E5-F41A-49CF-9BB7-6A093B870E07}" dt="2024-07-11T01:17:16.045" v="654" actId="47"/>
        <pc:sldMkLst>
          <pc:docMk/>
          <pc:sldMk cId="4005414865" sldId="261"/>
        </pc:sldMkLst>
        <pc:spChg chg="mod">
          <ac:chgData name="Đinh Khắc Huy" userId="89492ed8-7268-4dda-8a68-3a68918c47dd" providerId="ADAL" clId="{3655B1E5-F41A-49CF-9BB7-6A093B870E07}" dt="2024-07-11T01:16:45.994" v="651" actId="1076"/>
          <ac:spMkLst>
            <pc:docMk/>
            <pc:sldMk cId="4005414865" sldId="261"/>
            <ac:spMk id="4" creationId="{3AA0AE67-E446-12F8-8219-20CBF0DBF47F}"/>
          </ac:spMkLst>
        </pc:spChg>
        <pc:picChg chg="mod">
          <ac:chgData name="Đinh Khắc Huy" userId="89492ed8-7268-4dda-8a68-3a68918c47dd" providerId="ADAL" clId="{3655B1E5-F41A-49CF-9BB7-6A093B870E07}" dt="2024-07-11T01:16:47.387" v="652" actId="1076"/>
          <ac:picMkLst>
            <pc:docMk/>
            <pc:sldMk cId="4005414865" sldId="261"/>
            <ac:picMk id="6" creationId="{7D2EFE74-C9D7-87F6-6B04-526F668278D9}"/>
          </ac:picMkLst>
        </pc:picChg>
      </pc:sldChg>
      <pc:sldMasterChg chg="setBg modSldLayout">
        <pc:chgData name="Đinh Khắc Huy" userId="89492ed8-7268-4dda-8a68-3a68918c47dd" providerId="ADAL" clId="{3655B1E5-F41A-49CF-9BB7-6A093B870E07}" dt="2024-07-11T03:12:47.161" v="1108" actId="207"/>
        <pc:sldMasterMkLst>
          <pc:docMk/>
          <pc:sldMasterMk cId="1118698131" sldId="2147483648"/>
        </pc:sldMasterMkLst>
        <pc:sldLayoutChg chg="setBg">
          <pc:chgData name="Đinh Khắc Huy" userId="89492ed8-7268-4dda-8a68-3a68918c47dd" providerId="ADAL" clId="{3655B1E5-F41A-49CF-9BB7-6A093B870E07}" dt="2024-07-11T01:58:21.705" v="1069"/>
          <pc:sldLayoutMkLst>
            <pc:docMk/>
            <pc:sldMasterMk cId="1118698131" sldId="2147483648"/>
            <pc:sldLayoutMk cId="576015605" sldId="2147483649"/>
          </pc:sldLayoutMkLst>
        </pc:sldLayoutChg>
        <pc:sldLayoutChg chg="addSp modSp mod setBg">
          <pc:chgData name="Đinh Khắc Huy" userId="89492ed8-7268-4dda-8a68-3a68918c47dd" providerId="ADAL" clId="{3655B1E5-F41A-49CF-9BB7-6A093B870E07}" dt="2024-07-11T03:12:47.161" v="1108" actId="207"/>
          <pc:sldLayoutMkLst>
            <pc:docMk/>
            <pc:sldMasterMk cId="1118698131" sldId="2147483648"/>
            <pc:sldLayoutMk cId="174975880" sldId="2147483650"/>
          </pc:sldLayoutMkLst>
          <pc:spChg chg="mod">
            <ac:chgData name="Đinh Khắc Huy" userId="89492ed8-7268-4dda-8a68-3a68918c47dd" providerId="ADAL" clId="{3655B1E5-F41A-49CF-9BB7-6A093B870E07}" dt="2024-07-11T03:12:47.161" v="1108" actId="207"/>
            <ac:spMkLst>
              <pc:docMk/>
              <pc:sldMasterMk cId="1118698131" sldId="2147483648"/>
              <pc:sldLayoutMk cId="174975880" sldId="2147483650"/>
              <ac:spMk id="2" creationId="{0877CE86-6811-F044-CC1C-80605C6E3FF2}"/>
            </ac:spMkLst>
          </pc:spChg>
          <pc:spChg chg="mod">
            <ac:chgData name="Đinh Khắc Huy" userId="89492ed8-7268-4dda-8a68-3a68918c47dd" providerId="ADAL" clId="{3655B1E5-F41A-49CF-9BB7-6A093B870E07}" dt="2024-07-10T07:34:44.296" v="130" actId="2711"/>
            <ac:spMkLst>
              <pc:docMk/>
              <pc:sldMasterMk cId="1118698131" sldId="2147483648"/>
              <pc:sldLayoutMk cId="174975880" sldId="2147483650"/>
              <ac:spMk id="3" creationId="{88ADFDEB-8C4C-8447-F386-7966C42283C8}"/>
            </ac:spMkLst>
          </pc:spChg>
          <pc:spChg chg="mod">
            <ac:chgData name="Đinh Khắc Huy" userId="89492ed8-7268-4dda-8a68-3a68918c47dd" providerId="ADAL" clId="{3655B1E5-F41A-49CF-9BB7-6A093B870E07}" dt="2024-07-10T07:35:23.376" v="137" actId="1076"/>
            <ac:spMkLst>
              <pc:docMk/>
              <pc:sldMasterMk cId="1118698131" sldId="2147483648"/>
              <pc:sldLayoutMk cId="174975880" sldId="2147483650"/>
              <ac:spMk id="4" creationId="{20EBEFAB-27E8-2BD1-651A-1B1FD32CEE1F}"/>
            </ac:spMkLst>
          </pc:spChg>
          <pc:spChg chg="mod">
            <ac:chgData name="Đinh Khắc Huy" userId="89492ed8-7268-4dda-8a68-3a68918c47dd" providerId="ADAL" clId="{3655B1E5-F41A-49CF-9BB7-6A093B870E07}" dt="2024-07-10T07:34:53.920" v="132" actId="113"/>
            <ac:spMkLst>
              <pc:docMk/>
              <pc:sldMasterMk cId="1118698131" sldId="2147483648"/>
              <pc:sldLayoutMk cId="174975880" sldId="2147483650"/>
              <ac:spMk id="5" creationId="{7D9AA491-E48B-0657-7524-9BFC1067DF57}"/>
            </ac:spMkLst>
          </pc:spChg>
          <pc:spChg chg="mod">
            <ac:chgData name="Đinh Khắc Huy" userId="89492ed8-7268-4dda-8a68-3a68918c47dd" providerId="ADAL" clId="{3655B1E5-F41A-49CF-9BB7-6A093B870E07}" dt="2024-07-11T03:01:57.276" v="1106" actId="207"/>
            <ac:spMkLst>
              <pc:docMk/>
              <pc:sldMasterMk cId="1118698131" sldId="2147483648"/>
              <pc:sldLayoutMk cId="174975880" sldId="2147483650"/>
              <ac:spMk id="6" creationId="{DFFF055D-1A34-7D6C-67C3-0177BC0D9566}"/>
            </ac:spMkLst>
          </pc:spChg>
          <pc:cxnChg chg="add mod">
            <ac:chgData name="Đinh Khắc Huy" userId="89492ed8-7268-4dda-8a68-3a68918c47dd" providerId="ADAL" clId="{3655B1E5-F41A-49CF-9BB7-6A093B870E07}" dt="2024-07-10T07:35:09.118" v="134" actId="13822"/>
            <ac:cxnSpMkLst>
              <pc:docMk/>
              <pc:sldMasterMk cId="1118698131" sldId="2147483648"/>
              <pc:sldLayoutMk cId="174975880" sldId="2147483650"/>
              <ac:cxnSpMk id="8" creationId="{709E09CF-A470-F6C8-3F89-9CFC60D1D65F}"/>
            </ac:cxnSpMkLst>
          </pc:cxnChg>
          <pc:cxnChg chg="add mod">
            <ac:chgData name="Đinh Khắc Huy" userId="89492ed8-7268-4dda-8a68-3a68918c47dd" providerId="ADAL" clId="{3655B1E5-F41A-49CF-9BB7-6A093B870E07}" dt="2024-07-10T07:35:18.857" v="136" actId="13822"/>
            <ac:cxnSpMkLst>
              <pc:docMk/>
              <pc:sldMasterMk cId="1118698131" sldId="2147483648"/>
              <pc:sldLayoutMk cId="174975880" sldId="2147483650"/>
              <ac:cxnSpMk id="10" creationId="{69B24452-F7A6-6303-7AE5-26B39F8FF5F5}"/>
            </ac:cxnSpMkLst>
          </pc:cxnChg>
        </pc:sldLayoutChg>
        <pc:sldLayoutChg chg="setBg">
          <pc:chgData name="Đinh Khắc Huy" userId="89492ed8-7268-4dda-8a68-3a68918c47dd" providerId="ADAL" clId="{3655B1E5-F41A-49CF-9BB7-6A093B870E07}" dt="2024-07-11T01:49:30.178" v="1001"/>
          <pc:sldLayoutMkLst>
            <pc:docMk/>
            <pc:sldMasterMk cId="1118698131" sldId="2147483648"/>
            <pc:sldLayoutMk cId="3365858429" sldId="2147483651"/>
          </pc:sldLayoutMkLst>
        </pc:sldLayoutChg>
        <pc:sldLayoutChg chg="setBg">
          <pc:chgData name="Đinh Khắc Huy" userId="89492ed8-7268-4dda-8a68-3a68918c47dd" providerId="ADAL" clId="{3655B1E5-F41A-49CF-9BB7-6A093B870E07}" dt="2024-07-11T01:49:30.178" v="1001"/>
          <pc:sldLayoutMkLst>
            <pc:docMk/>
            <pc:sldMasterMk cId="1118698131" sldId="2147483648"/>
            <pc:sldLayoutMk cId="2492313406" sldId="2147483652"/>
          </pc:sldLayoutMkLst>
        </pc:sldLayoutChg>
        <pc:sldLayoutChg chg="setBg">
          <pc:chgData name="Đinh Khắc Huy" userId="89492ed8-7268-4dda-8a68-3a68918c47dd" providerId="ADAL" clId="{3655B1E5-F41A-49CF-9BB7-6A093B870E07}" dt="2024-07-11T01:49:30.178" v="1001"/>
          <pc:sldLayoutMkLst>
            <pc:docMk/>
            <pc:sldMasterMk cId="1118698131" sldId="2147483648"/>
            <pc:sldLayoutMk cId="34111987" sldId="2147483653"/>
          </pc:sldLayoutMkLst>
        </pc:sldLayoutChg>
        <pc:sldLayoutChg chg="setBg">
          <pc:chgData name="Đinh Khắc Huy" userId="89492ed8-7268-4dda-8a68-3a68918c47dd" providerId="ADAL" clId="{3655B1E5-F41A-49CF-9BB7-6A093B870E07}" dt="2024-07-11T01:49:30.178" v="1001"/>
          <pc:sldLayoutMkLst>
            <pc:docMk/>
            <pc:sldMasterMk cId="1118698131" sldId="2147483648"/>
            <pc:sldLayoutMk cId="3962721015" sldId="2147483654"/>
          </pc:sldLayoutMkLst>
        </pc:sldLayoutChg>
        <pc:sldLayoutChg chg="setBg">
          <pc:chgData name="Đinh Khắc Huy" userId="89492ed8-7268-4dda-8a68-3a68918c47dd" providerId="ADAL" clId="{3655B1E5-F41A-49CF-9BB7-6A093B870E07}" dt="2024-07-11T01:49:30.178" v="1001"/>
          <pc:sldLayoutMkLst>
            <pc:docMk/>
            <pc:sldMasterMk cId="1118698131" sldId="2147483648"/>
            <pc:sldLayoutMk cId="3961110631" sldId="2147483655"/>
          </pc:sldLayoutMkLst>
        </pc:sldLayoutChg>
        <pc:sldLayoutChg chg="setBg">
          <pc:chgData name="Đinh Khắc Huy" userId="89492ed8-7268-4dda-8a68-3a68918c47dd" providerId="ADAL" clId="{3655B1E5-F41A-49CF-9BB7-6A093B870E07}" dt="2024-07-11T01:49:30.178" v="1001"/>
          <pc:sldLayoutMkLst>
            <pc:docMk/>
            <pc:sldMasterMk cId="1118698131" sldId="2147483648"/>
            <pc:sldLayoutMk cId="2152252683" sldId="2147483656"/>
          </pc:sldLayoutMkLst>
        </pc:sldLayoutChg>
        <pc:sldLayoutChg chg="setBg">
          <pc:chgData name="Đinh Khắc Huy" userId="89492ed8-7268-4dda-8a68-3a68918c47dd" providerId="ADAL" clId="{3655B1E5-F41A-49CF-9BB7-6A093B870E07}" dt="2024-07-11T01:49:30.178" v="1001"/>
          <pc:sldLayoutMkLst>
            <pc:docMk/>
            <pc:sldMasterMk cId="1118698131" sldId="2147483648"/>
            <pc:sldLayoutMk cId="3997172230" sldId="2147483657"/>
          </pc:sldLayoutMkLst>
        </pc:sldLayoutChg>
        <pc:sldLayoutChg chg="setBg">
          <pc:chgData name="Đinh Khắc Huy" userId="89492ed8-7268-4dda-8a68-3a68918c47dd" providerId="ADAL" clId="{3655B1E5-F41A-49CF-9BB7-6A093B870E07}" dt="2024-07-11T01:49:30.178" v="1001"/>
          <pc:sldLayoutMkLst>
            <pc:docMk/>
            <pc:sldMasterMk cId="1118698131" sldId="2147483648"/>
            <pc:sldLayoutMk cId="2624150691" sldId="2147483658"/>
          </pc:sldLayoutMkLst>
        </pc:sldLayoutChg>
        <pc:sldLayoutChg chg="setBg">
          <pc:chgData name="Đinh Khắc Huy" userId="89492ed8-7268-4dda-8a68-3a68918c47dd" providerId="ADAL" clId="{3655B1E5-F41A-49CF-9BB7-6A093B870E07}" dt="2024-07-11T01:49:30.178" v="1001"/>
          <pc:sldLayoutMkLst>
            <pc:docMk/>
            <pc:sldMasterMk cId="1118698131" sldId="2147483648"/>
            <pc:sldLayoutMk cId="3732658875" sldId="214748365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Tổng lượt khách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1250</c:v>
                </c:pt>
                <c:pt idx="1">
                  <c:v>5000</c:v>
                </c:pt>
                <c:pt idx="2">
                  <c:v>7500</c:v>
                </c:pt>
                <c:pt idx="3">
                  <c:v>8950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FE-40CC-BE34-68917A982A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Khách Quốc tế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438</c:v>
                </c:pt>
                <c:pt idx="1">
                  <c:v>1500</c:v>
                </c:pt>
                <c:pt idx="2">
                  <c:v>2300</c:v>
                </c:pt>
                <c:pt idx="3">
                  <c:v>3680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FE-40CC-BE34-68917A982AC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6743264"/>
        <c:axId val="96742784"/>
      </c:barChart>
      <c:catAx>
        <c:axId val="96743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742784"/>
        <c:crosses val="autoZero"/>
        <c:auto val="1"/>
        <c:lblAlgn val="ctr"/>
        <c:lblOffset val="100"/>
        <c:noMultiLvlLbl val="0"/>
      </c:catAx>
      <c:valAx>
        <c:axId val="96742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743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8DC1F-0487-4C7C-BBC0-E7DE914A3F5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8B7DD5-808B-42B9-818A-E21C06060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069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B7DD5-808B-42B9-818A-E21C06060F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48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6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96DD5-5C35-53C4-2734-347901897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EBCBE-2A00-1AB1-8848-54818305F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A47F1-24FF-0751-3D42-0E563A513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D70A-0B2B-4170-9311-D2ACF7EA2139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117C1-C4EC-B73F-A266-07B6CDBF3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C8933-8C4B-CB7D-E23B-13DAF805B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1434-EDCB-49B9-A399-D596F0A46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15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7CE86-6811-F044-CC1C-80605C6E3F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2192000" cy="867266"/>
          </a:xfrm>
        </p:spPr>
        <p:txBody>
          <a:bodyPr/>
          <a:lstStyle>
            <a:lvl1pPr algn="ctr">
              <a:defRPr b="1" cap="none" spc="0">
                <a:ln w="22225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ĐỊA ĐIỂM LỊCH NỔI TIẾNG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DFDEB-8C4C-8447-F386-7966C4228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3509"/>
            <a:ext cx="12192000" cy="5083454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BEFAB-27E8-2BD1-651A-1B1FD32CEE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49606"/>
            <a:ext cx="2743200" cy="365125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869A30-E5FE-49F5-92FF-55476F4C674E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AA491-E48B-0657-7524-9BFC1067D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F055D-1A34-7D6C-67C3-0177BC0D9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1623" y="6387034"/>
            <a:ext cx="2743200" cy="365125"/>
          </a:xfrm>
        </p:spPr>
        <p:txBody>
          <a:bodyPr/>
          <a:lstStyle>
            <a:lvl1pPr>
              <a:defRPr sz="1800" b="1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Slide </a:t>
            </a:r>
            <a:fld id="{F8301434-EDCB-49B9-A399-D596F0A463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09E09CF-A470-F6C8-3F89-9CFC60D1D65F}"/>
              </a:ext>
            </a:extLst>
          </p:cNvPr>
          <p:cNvCxnSpPr/>
          <p:nvPr userDrawn="1"/>
        </p:nvCxnSpPr>
        <p:spPr>
          <a:xfrm>
            <a:off x="0" y="867267"/>
            <a:ext cx="12192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9B24452-F7A6-6303-7AE5-26B39F8FF5F5}"/>
              </a:ext>
            </a:extLst>
          </p:cNvPr>
          <p:cNvCxnSpPr/>
          <p:nvPr userDrawn="1"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97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CC8DE-CB00-3E69-3F73-278606C9E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071BE-E408-25E2-BBF9-2851C4109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82236-EFC0-BCF3-9242-87E26EFEF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4004-670F-40B1-BC2A-D0283EC4A337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2FE48-930E-C5C7-0936-189694600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82BC-B640-AA2B-6784-46C7A1D28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1434-EDCB-49B9-A399-D596F0A46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85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2C5B5-2A81-C09C-5C59-1A9BFD762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91BE5-4847-DB14-D235-BD3D54F7E8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CEFD6-6ED4-EDD6-0198-BBFA2450C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1DA97-6BF3-5A43-0EC0-85A6A7E01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2B49C-7933-4EEE-B757-07544886FB5B}" type="datetime1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B3D9C-4443-57AD-E425-3E5C76FE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F09FF-082B-0D43-E4B2-90B92E266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1434-EDCB-49B9-A399-D596F0A46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313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1942A-F0F7-C387-0433-63335E6CA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CEFEB-0F30-5519-2CFD-FCC1EB488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CE5BF6-11C8-E398-B768-657F0DD81F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B77DB3-31BD-BE6E-DE97-300889CA5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CF5510-0722-4BE4-F1DF-8AFAD84A27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AE425C-4F07-607D-B1E2-E68FAAAB4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C42F-B101-4D98-8F75-951FDCBCDC76}" type="datetime1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2B2296-F153-1B91-4626-BB855A592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83CBBA-CBBB-C184-366A-36035F2BD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1434-EDCB-49B9-A399-D596F0A46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14A24-43D0-4ADE-3261-FCCA53924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8CB28-F192-33A0-D07A-FBAFDA9D6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93084-FD85-4D07-B82B-2B78B9E4FCAF}" type="datetime1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51B85D-0388-90C3-E955-479E852D2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DEC58-0D53-7C6C-D2C2-E183D04AE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1434-EDCB-49B9-A399-D596F0A46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21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61A70F-6A28-658B-2BA4-E5AE11D34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F8A3-F39C-434E-8F4E-9357D9897B57}" type="datetime1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EA151D-00ED-72C0-E454-3A3FF63D7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4BA99-9DAC-3887-77D7-CFEB6907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1434-EDCB-49B9-A399-D596F0A46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110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31430-CDD3-3400-42F5-B0F029CC6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95DAC-59E5-585B-DF73-114AD72C6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40BDCE-9AE1-9CC6-55FA-2795BD4EB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A56DDB-1DAC-475E-775C-0CC192028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A8D7F-04EB-439D-A9CD-A0C6924AB5C6}" type="datetime1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713D4E-8D94-1F8F-F496-A641B45BE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DE63D-36D9-5D03-5BDF-75EFAB3B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1434-EDCB-49B9-A399-D596F0A46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252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7095C-5923-4B1C-5B8C-32CCC65F0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64FD85-B733-DAA7-9C88-D1FEA95DBA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7AE37-5A5B-045B-58F0-BB776147C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113DE-3EE4-6EA4-36B4-B56A7629A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361F-83AB-48D8-9752-3A290C4533C9}" type="datetime1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C9572-3302-991F-F791-8CC02DE0E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67CA4-C2D2-942B-A6D9-36321B6B7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1434-EDCB-49B9-A399-D596F0A46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72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C9C34-46EC-3865-7DFC-B4D460981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FE211-9DBF-F20F-34E2-586221F33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510C0-AECC-64F3-88BF-D91FCA759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035D5-D5C8-40D4-A700-89D1AB43F1B0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A37BF-9192-6682-B6D6-FCCF78F62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0F6F2-26B3-8D61-B76C-EC5C89FD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1434-EDCB-49B9-A399-D596F0A46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50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A9F0BC-5B01-B408-C362-86F6A29CC5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1046C-6FC9-34CF-6796-C07FB8933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72150-7F67-9E10-1865-0717603CE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545B-4409-43E9-9054-895FD87D4A7A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41304-E822-E7FB-85A9-DFFF59E91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794D4-C401-47BA-DA96-F58DA8864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1434-EDCB-49B9-A399-D596F0A46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658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8421B1-AB7F-4BD5-38E0-993DA3118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E33ED-D7F9-3EA6-500B-AF92BC981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BDF8C-1F65-D44C-7077-D1BC335AD0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B8FAC2-69AD-4A32-B277-73D80821213C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316D0-1C8A-D26A-2B38-5D03CAA5AE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675B1-27DF-E770-8636-91547297E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1434-EDCB-49B9-A399-D596F0A46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698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A0AE67-E446-12F8-8219-20CBF0DBF47F}"/>
              </a:ext>
            </a:extLst>
          </p:cNvPr>
          <p:cNvSpPr/>
          <p:nvPr/>
        </p:nvSpPr>
        <p:spPr>
          <a:xfrm>
            <a:off x="1967038" y="290007"/>
            <a:ext cx="7982250" cy="923330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prstTxWarp prst="textWave1">
              <a:avLst/>
            </a:prstTxWarp>
            <a:spAutoFit/>
          </a:bodyPr>
          <a:lstStyle/>
          <a:p>
            <a:pPr algn="ctr"/>
            <a:r>
              <a:rPr lang="en-US" sz="6600" b="1" cap="none" spc="0">
                <a:ln w="0"/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THÀNH PHỐ NHA TRANG</a:t>
            </a:r>
          </a:p>
        </p:txBody>
      </p:sp>
      <p:pic>
        <p:nvPicPr>
          <p:cNvPr id="6" name="Picture 5" descr="A city next to a beach&#10;&#10;Description automatically generated">
            <a:hlinkClick r:id="" action="ppaction://customshow?id=0&amp;return=true"/>
            <a:extLst>
              <a:ext uri="{FF2B5EF4-FFF2-40B4-BE49-F238E27FC236}">
                <a16:creationId xmlns:a16="http://schemas.microsoft.com/office/drawing/2014/main" id="{7D2EFE74-C9D7-87F6-6B04-526F668278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038" y="1015327"/>
            <a:ext cx="7737401" cy="51582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061278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0"/>
    </mc:Choice>
    <mc:Fallback xmlns="">
      <p:transition advClick="0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97B4A-C11A-C57B-8B06-CFEBD4142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DU LỊCH NHA TRANG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5E542-7DD4-400E-8A66-3ABDF6D57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F8301434-EDCB-49B9-A399-D596F0A463E0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FD290B9-3A40-D3C5-6FD0-001A85CB67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4219953"/>
              </p:ext>
            </p:extLst>
          </p:nvPr>
        </p:nvGraphicFramePr>
        <p:xfrm>
          <a:off x="2032000" y="1185705"/>
          <a:ext cx="7428942" cy="4952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2579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0" categoryIdx="0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chart seriesIdx="0" categoryIdx="0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1" categoryIdx="0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chart seriesIdx="1" categoryIdx="0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0" categoryIdx="1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chart seriesIdx="0" categoryIdx="1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1" categoryIdx="1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chart seriesIdx="1" categoryIdx="1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0" categoryIdx="2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chart seriesIdx="0" categoryIdx="2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1" categoryIdx="2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graphicEl>
                                              <a:chart seriesIdx="1" categoryIdx="2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0" categoryIdx="3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graphicEl>
                                              <a:chart seriesIdx="0" categoryIdx="3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1" categoryIdx="3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7">
                                            <p:graphicEl>
                                              <a:chart seriesIdx="1" categoryIdx="3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Chart bld="categoryEl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C7DC3-7C7B-554D-3AFA-0A372E2A8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ĐỊA ĐIỂM DU LỊCH NỔI TIẾNG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45BC5-F0B8-E50E-DA35-DA959BA08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F8301434-EDCB-49B9-A399-D596F0A463E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bt Tháp bà">
            <a:extLst>
              <a:ext uri="{FF2B5EF4-FFF2-40B4-BE49-F238E27FC236}">
                <a16:creationId xmlns:a16="http://schemas.microsoft.com/office/drawing/2014/main" id="{978D17C3-AA52-2D8E-1684-5CC867633FC6}"/>
              </a:ext>
            </a:extLst>
          </p:cNvPr>
          <p:cNvSpPr/>
          <p:nvPr/>
        </p:nvSpPr>
        <p:spPr>
          <a:xfrm>
            <a:off x="120579" y="5345723"/>
            <a:ext cx="2703006" cy="58280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accent1">
                    <a:lumMod val="75000"/>
                  </a:schemeClr>
                </a:solidFill>
              </a:rPr>
              <a:t>Tháp bà</a:t>
            </a:r>
          </a:p>
        </p:txBody>
      </p:sp>
      <p:sp>
        <p:nvSpPr>
          <p:cNvPr id="6" name="bt Long sơn">
            <a:extLst>
              <a:ext uri="{FF2B5EF4-FFF2-40B4-BE49-F238E27FC236}">
                <a16:creationId xmlns:a16="http://schemas.microsoft.com/office/drawing/2014/main" id="{7C19A700-3AF3-85EA-9982-7D53B708CC08}"/>
              </a:ext>
            </a:extLst>
          </p:cNvPr>
          <p:cNvSpPr/>
          <p:nvPr/>
        </p:nvSpPr>
        <p:spPr>
          <a:xfrm>
            <a:off x="3209719" y="5345723"/>
            <a:ext cx="2703007" cy="58280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accent1">
                    <a:lumMod val="75000"/>
                  </a:schemeClr>
                </a:solidFill>
              </a:rPr>
              <a:t>Chùa long sơn</a:t>
            </a:r>
          </a:p>
        </p:txBody>
      </p:sp>
      <p:sp>
        <p:nvSpPr>
          <p:cNvPr id="7" name="bt Vinpearl">
            <a:extLst>
              <a:ext uri="{FF2B5EF4-FFF2-40B4-BE49-F238E27FC236}">
                <a16:creationId xmlns:a16="http://schemas.microsoft.com/office/drawing/2014/main" id="{886C8E8C-0BBA-6896-6095-44DC02E336C2}"/>
              </a:ext>
            </a:extLst>
          </p:cNvPr>
          <p:cNvSpPr/>
          <p:nvPr/>
        </p:nvSpPr>
        <p:spPr>
          <a:xfrm>
            <a:off x="6268717" y="5345723"/>
            <a:ext cx="2703007" cy="58280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accent1">
                    <a:lumMod val="75000"/>
                  </a:schemeClr>
                </a:solidFill>
              </a:rPr>
              <a:t>Vinpearl Land</a:t>
            </a:r>
          </a:p>
        </p:txBody>
      </p:sp>
      <p:sp>
        <p:nvSpPr>
          <p:cNvPr id="8" name="bt Hoa Lan">
            <a:extLst>
              <a:ext uri="{FF2B5EF4-FFF2-40B4-BE49-F238E27FC236}">
                <a16:creationId xmlns:a16="http://schemas.microsoft.com/office/drawing/2014/main" id="{68E9F9DA-E9FB-2A5F-9567-A525C0BF41B2}"/>
              </a:ext>
            </a:extLst>
          </p:cNvPr>
          <p:cNvSpPr/>
          <p:nvPr/>
        </p:nvSpPr>
        <p:spPr>
          <a:xfrm>
            <a:off x="9291816" y="5325626"/>
            <a:ext cx="2703007" cy="58280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b="1">
                <a:solidFill>
                  <a:schemeClr val="accent1">
                    <a:lumMod val="75000"/>
                  </a:schemeClr>
                </a:solidFill>
              </a:rPr>
              <a:t>Đảo </a:t>
            </a:r>
            <a:r>
              <a:rPr lang="en-US" sz="2800" b="1">
                <a:solidFill>
                  <a:schemeClr val="accent1">
                    <a:lumMod val="75000"/>
                  </a:schemeClr>
                </a:solidFill>
              </a:rPr>
              <a:t>Hoa lan</a:t>
            </a:r>
          </a:p>
        </p:txBody>
      </p:sp>
      <p:pic>
        <p:nvPicPr>
          <p:cNvPr id="1026" name="Tháp bà" descr="Tháp Bà Ponagar Nha Trang - Kinh nghiệm ...">
            <a:extLst>
              <a:ext uri="{FF2B5EF4-FFF2-40B4-BE49-F238E27FC236}">
                <a16:creationId xmlns:a16="http://schemas.microsoft.com/office/drawing/2014/main" id="{AF84C2B2-8C18-4648-90F4-95BBD1F61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82" y="2355098"/>
            <a:ext cx="2657475" cy="17240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Long sơn" descr="Khám phá vẻ đẹp 3 ngôi chùa nổi tiếng ở Nha Trang - Báo Khánh Hòa điện tử">
            <a:extLst>
              <a:ext uri="{FF2B5EF4-FFF2-40B4-BE49-F238E27FC236}">
                <a16:creationId xmlns:a16="http://schemas.microsoft.com/office/drawing/2014/main" id="{A33AA2D9-73B0-42F2-126D-D14797E28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911" y="2327115"/>
            <a:ext cx="2715673" cy="181229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Vinpearl" descr="Vinpearl Nha Trang - &quot;Đảo du lịch&quot; nhất định phải đến - Báo Khánh Hòa điện  tử">
            <a:extLst>
              <a:ext uri="{FF2B5EF4-FFF2-40B4-BE49-F238E27FC236}">
                <a16:creationId xmlns:a16="http://schemas.microsoft.com/office/drawing/2014/main" id="{9D6FC3B0-6169-1CB4-1766-3142CB998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1983" y="2344542"/>
            <a:ext cx="2688350" cy="17948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Hoa lan" descr="Khu du lịch Suối Hoa Lan – Sự kết hợp hoàn hảo của thiên nhiên Nha Trang -  Vntrip.vn">
            <a:extLst>
              <a:ext uri="{FF2B5EF4-FFF2-40B4-BE49-F238E27FC236}">
                <a16:creationId xmlns:a16="http://schemas.microsoft.com/office/drawing/2014/main" id="{3E262EDF-EC3F-CF84-CABA-06779D702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677" y="2327115"/>
            <a:ext cx="2578117" cy="18426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9062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80A19-600C-E279-52FA-2430A4D06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KIẾN THỨC DU LỊCH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63366-E3AC-E72F-C2A4-68054F545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F8301434-EDCB-49B9-A399-D596F0A463E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F1F2BA-D430-272F-1340-EDC33A31E1D1}"/>
              </a:ext>
            </a:extLst>
          </p:cNvPr>
          <p:cNvSpPr/>
          <p:nvPr/>
        </p:nvSpPr>
        <p:spPr>
          <a:xfrm>
            <a:off x="2421038" y="1597306"/>
            <a:ext cx="7349924" cy="867266"/>
          </a:xfrm>
          <a:prstGeom prst="round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Địa điểm nào sau đây thuộc Thành phố Nha Trang?</a:t>
            </a:r>
          </a:p>
        </p:txBody>
      </p:sp>
      <p:sp>
        <p:nvSpPr>
          <p:cNvPr id="6" name="Hontam">
            <a:extLst>
              <a:ext uri="{FF2B5EF4-FFF2-40B4-BE49-F238E27FC236}">
                <a16:creationId xmlns:a16="http://schemas.microsoft.com/office/drawing/2014/main" id="{DA2DD861-5EA2-AE4C-880E-E9B856941741}"/>
              </a:ext>
            </a:extLst>
          </p:cNvPr>
          <p:cNvSpPr/>
          <p:nvPr/>
        </p:nvSpPr>
        <p:spPr>
          <a:xfrm>
            <a:off x="2559935" y="3025266"/>
            <a:ext cx="2928395" cy="77550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Hòn Tằm</a:t>
            </a:r>
          </a:p>
        </p:txBody>
      </p:sp>
      <p:sp>
        <p:nvSpPr>
          <p:cNvPr id="7" name="Binhba">
            <a:extLst>
              <a:ext uri="{FF2B5EF4-FFF2-40B4-BE49-F238E27FC236}">
                <a16:creationId xmlns:a16="http://schemas.microsoft.com/office/drawing/2014/main" id="{0289730D-4C06-67CF-8E1A-F6FD1F027B02}"/>
              </a:ext>
            </a:extLst>
          </p:cNvPr>
          <p:cNvSpPr/>
          <p:nvPr/>
        </p:nvSpPr>
        <p:spPr>
          <a:xfrm>
            <a:off x="6842567" y="3025266"/>
            <a:ext cx="2928395" cy="77550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Bình Ba</a:t>
            </a:r>
          </a:p>
        </p:txBody>
      </p:sp>
      <p:sp>
        <p:nvSpPr>
          <p:cNvPr id="8" name="Diepson">
            <a:extLst>
              <a:ext uri="{FF2B5EF4-FFF2-40B4-BE49-F238E27FC236}">
                <a16:creationId xmlns:a16="http://schemas.microsoft.com/office/drawing/2014/main" id="{AC292C77-D3BA-DD3F-E2AF-B79A7A9EF75C}"/>
              </a:ext>
            </a:extLst>
          </p:cNvPr>
          <p:cNvSpPr/>
          <p:nvPr/>
        </p:nvSpPr>
        <p:spPr>
          <a:xfrm>
            <a:off x="2559934" y="4668871"/>
            <a:ext cx="2928395" cy="77550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Điệp Sơn</a:t>
            </a:r>
          </a:p>
        </p:txBody>
      </p:sp>
      <p:sp>
        <p:nvSpPr>
          <p:cNvPr id="9" name="Suoitien">
            <a:extLst>
              <a:ext uri="{FF2B5EF4-FFF2-40B4-BE49-F238E27FC236}">
                <a16:creationId xmlns:a16="http://schemas.microsoft.com/office/drawing/2014/main" id="{02F1FF58-DCDA-BEFE-AFC3-345E93E7D382}"/>
              </a:ext>
            </a:extLst>
          </p:cNvPr>
          <p:cNvSpPr/>
          <p:nvPr/>
        </p:nvSpPr>
        <p:spPr>
          <a:xfrm>
            <a:off x="6871504" y="4668871"/>
            <a:ext cx="2928395" cy="77550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Suối Tiên</a:t>
            </a:r>
          </a:p>
        </p:txBody>
      </p:sp>
    </p:spTree>
    <p:extLst>
      <p:ext uri="{BB962C8B-B14F-4D97-AF65-F5344CB8AC3E}">
        <p14:creationId xmlns:p14="http://schemas.microsoft.com/office/powerpoint/2010/main" val="2927622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54</Words>
  <Application>Microsoft Office PowerPoint</Application>
  <PresentationFormat>Widescreen</PresentationFormat>
  <Paragraphs>17</Paragraphs>
  <Slides>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  <vt:variant>
        <vt:lpstr>Custom Shows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DU LỊCH NHA TRANG</vt:lpstr>
      <vt:lpstr>ĐỊA ĐIỂM DU LỊCH NỔI TIẾNG</vt:lpstr>
      <vt:lpstr>KIẾN THỨC DU LỊCH</vt:lpstr>
      <vt:lpstr>Custom Show 2,3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Đinh Khắc Huy</dc:creator>
  <cp:lastModifiedBy>PC</cp:lastModifiedBy>
  <cp:revision>2</cp:revision>
  <dcterms:created xsi:type="dcterms:W3CDTF">2024-07-10T07:25:58Z</dcterms:created>
  <dcterms:modified xsi:type="dcterms:W3CDTF">2026-05-10T01:40:08Z</dcterms:modified>
</cp:coreProperties>
</file>