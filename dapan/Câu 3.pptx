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686" y="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 tháng đầu năm 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GDP</c:v>
                </c:pt>
                <c:pt idx="1">
                  <c:v>Nông, lâm nghiệp, thủy sản</c:v>
                </c:pt>
                <c:pt idx="2">
                  <c:v>Công nghiệp và xây dựng</c:v>
                </c:pt>
                <c:pt idx="3">
                  <c:v>Dịch vụ</c:v>
                </c:pt>
              </c:strCache>
            </c:strRef>
          </c:cat>
          <c:val>
            <c:numRef>
              <c:f>Sheet1!$B$2:$B$5</c:f>
              <c:numCache>
                <c:formatCode>0.00%</c:formatCode>
                <c:ptCount val="4"/>
                <c:pt idx="0">
                  <c:v>6.6400000000000001E-2</c:v>
                </c:pt>
                <c:pt idx="1">
                  <c:v>3.6400000000000002E-2</c:v>
                </c:pt>
                <c:pt idx="2">
                  <c:v>7.7499999999999999E-2</c:v>
                </c:pt>
                <c:pt idx="3">
                  <c:v>6.83E-2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9E-4A3F-B277-CFC484D211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 tháng đầu năm 2025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accent2">
                        <a:lumMod val="7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GDP</c:v>
                </c:pt>
                <c:pt idx="1">
                  <c:v>Nông, lâm nghiệp, thủy sản</c:v>
                </c:pt>
                <c:pt idx="2">
                  <c:v>Công nghiệp và xây dựng</c:v>
                </c:pt>
                <c:pt idx="3">
                  <c:v>Dịch vụ</c:v>
                </c:pt>
              </c:strCache>
            </c:strRef>
          </c:cat>
          <c:val>
            <c:numRef>
              <c:f>Sheet1!$C$2:$C$5</c:f>
              <c:numCache>
                <c:formatCode>0.00%</c:formatCode>
                <c:ptCount val="4"/>
                <c:pt idx="0">
                  <c:v>7.5200000000000003E-2</c:v>
                </c:pt>
                <c:pt idx="1">
                  <c:v>3.8399999999999997E-2</c:v>
                </c:pt>
                <c:pt idx="2">
                  <c:v>8.3299999999999999E-2</c:v>
                </c:pt>
                <c:pt idx="3">
                  <c:v>8.14E-2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9E-4A3F-B277-CFC484D2118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Column1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GDP</c:v>
                </c:pt>
                <c:pt idx="1">
                  <c:v>Nông, lâm nghiệp, thủy sản</c:v>
                </c:pt>
                <c:pt idx="2">
                  <c:v>Công nghiệp và xây dựng</c:v>
                </c:pt>
                <c:pt idx="3">
                  <c:v>Dịch vụ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2-3D9E-4A3F-B277-CFC484D211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2816128"/>
        <c:axId val="33659648"/>
      </c:barChart>
      <c:catAx>
        <c:axId val="328161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659648"/>
        <c:crosses val="autoZero"/>
        <c:auto val="1"/>
        <c:lblAlgn val="ctr"/>
        <c:lblOffset val="100"/>
        <c:noMultiLvlLbl val="0"/>
      </c:catAx>
      <c:valAx>
        <c:axId val="336596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8161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7409E25-FD30-409A-B8F0-8451325FB1E6}" type="doc">
      <dgm:prSet loTypeId="urn:microsoft.com/office/officeart/2005/8/layout/list1" loCatId="list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GB"/>
        </a:p>
      </dgm:t>
    </dgm:pt>
    <dgm:pt modelId="{1BCBBC57-AA54-48AE-B94B-EEC0B135CB04}">
      <dgm:prSet phldrT="[Text]" custT="1"/>
      <dgm:spPr/>
      <dgm:t>
        <a:bodyPr/>
        <a:lstStyle/>
        <a:p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Tăng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trưởng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kỷ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lục</a:t>
          </a:r>
          <a:endParaRPr lang="en-GB" sz="2400" b="1" dirty="0">
            <a:latin typeface="Times New Roman" pitchFamily="18" charset="0"/>
            <a:cs typeface="Times New Roman" pitchFamily="18" charset="0"/>
          </a:endParaRPr>
        </a:p>
      </dgm:t>
    </dgm:pt>
    <dgm:pt modelId="{990D414C-D2EC-437B-83DE-A3052077720F}" type="parTrans" cxnId="{1C5BF036-43B0-4E74-9035-9F14D4DBA7FE}">
      <dgm:prSet/>
      <dgm:spPr/>
      <dgm:t>
        <a:bodyPr/>
        <a:lstStyle/>
        <a:p>
          <a:endParaRPr lang="en-GB"/>
        </a:p>
      </dgm:t>
    </dgm:pt>
    <dgm:pt modelId="{6E1B5C2A-6C7F-4ADD-881F-BFA3A41F25D3}" type="sibTrans" cxnId="{1C5BF036-43B0-4E74-9035-9F14D4DBA7FE}">
      <dgm:prSet/>
      <dgm:spPr/>
      <dgm:t>
        <a:bodyPr/>
        <a:lstStyle/>
        <a:p>
          <a:endParaRPr lang="en-GB"/>
        </a:p>
      </dgm:t>
    </dgm:pt>
    <dgm:pt modelId="{5B281CDE-507B-4BB3-8819-E7603919850E}">
      <dgm:prSet phldrT="[Text]" custT="1"/>
      <dgm:spPr/>
      <dgm:t>
        <a:bodyPr/>
        <a:lstStyle/>
        <a:p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Công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nghiệp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dẫn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đầu</a:t>
          </a:r>
          <a:endParaRPr lang="en-GB" sz="2400" b="1" dirty="0">
            <a:latin typeface="Times New Roman" pitchFamily="18" charset="0"/>
            <a:cs typeface="Times New Roman" pitchFamily="18" charset="0"/>
          </a:endParaRPr>
        </a:p>
      </dgm:t>
    </dgm:pt>
    <dgm:pt modelId="{D696D10E-8013-4F0F-8593-FF8F0BB6F288}" type="parTrans" cxnId="{2C01F378-6AEE-4BC0-8889-EC4E50F357F4}">
      <dgm:prSet/>
      <dgm:spPr/>
      <dgm:t>
        <a:bodyPr/>
        <a:lstStyle/>
        <a:p>
          <a:endParaRPr lang="en-GB"/>
        </a:p>
      </dgm:t>
    </dgm:pt>
    <dgm:pt modelId="{384AD9F4-66A9-44D0-BA5B-179099DA632F}" type="sibTrans" cxnId="{2C01F378-6AEE-4BC0-8889-EC4E50F357F4}">
      <dgm:prSet/>
      <dgm:spPr/>
      <dgm:t>
        <a:bodyPr/>
        <a:lstStyle/>
        <a:p>
          <a:endParaRPr lang="en-GB"/>
        </a:p>
      </dgm:t>
    </dgm:pt>
    <dgm:pt modelId="{734244F0-62EA-40BD-94FE-6C0452D0B0C0}">
      <dgm:prSet phldrT="[Text]" custT="1"/>
      <dgm:spPr/>
      <dgm:t>
        <a:bodyPr/>
        <a:lstStyle/>
        <a:p>
          <a:r>
            <a:rPr lang="en-GB" sz="2400" b="1" dirty="0">
              <a:latin typeface="Times New Roman" pitchFamily="18" charset="0"/>
              <a:cs typeface="Times New Roman" pitchFamily="18" charset="0"/>
            </a:rPr>
            <a:t>FDI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đột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phá</a:t>
          </a:r>
          <a:endParaRPr lang="en-GB" sz="2400" b="1" dirty="0">
            <a:latin typeface="Times New Roman" pitchFamily="18" charset="0"/>
            <a:cs typeface="Times New Roman" pitchFamily="18" charset="0"/>
          </a:endParaRPr>
        </a:p>
      </dgm:t>
    </dgm:pt>
    <dgm:pt modelId="{E72DF21F-6077-4626-A2EE-6EC33DB3DD2A}" type="parTrans" cxnId="{06707560-B4D4-4245-8373-3900458E6E4D}">
      <dgm:prSet/>
      <dgm:spPr/>
      <dgm:t>
        <a:bodyPr/>
        <a:lstStyle/>
        <a:p>
          <a:endParaRPr lang="en-GB"/>
        </a:p>
      </dgm:t>
    </dgm:pt>
    <dgm:pt modelId="{89D027BF-707B-4AB2-B6CA-D622DB1964FA}" type="sibTrans" cxnId="{06707560-B4D4-4245-8373-3900458E6E4D}">
      <dgm:prSet/>
      <dgm:spPr/>
      <dgm:t>
        <a:bodyPr/>
        <a:lstStyle/>
        <a:p>
          <a:endParaRPr lang="en-GB"/>
        </a:p>
      </dgm:t>
    </dgm:pt>
    <dgm:pt modelId="{7F81C474-3E5A-4993-BC19-79368419691A}">
      <dgm:prSet custT="1"/>
      <dgm:spPr/>
      <dgm:t>
        <a:bodyPr/>
        <a:lstStyle/>
        <a:p>
          <a:r>
            <a:rPr lang="en-GB" sz="2400" b="1" dirty="0">
              <a:latin typeface="Times New Roman" pitchFamily="18" charset="0"/>
              <a:cs typeface="Times New Roman" pitchFamily="18" charset="0"/>
            </a:rPr>
            <a:t>Du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lịch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phục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hồi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nhanh</a:t>
          </a:r>
          <a:endParaRPr lang="en-GB" sz="2400" b="1" dirty="0">
            <a:latin typeface="Times New Roman" pitchFamily="18" charset="0"/>
            <a:cs typeface="Times New Roman" pitchFamily="18" charset="0"/>
          </a:endParaRPr>
        </a:p>
      </dgm:t>
    </dgm:pt>
    <dgm:pt modelId="{8A12B505-FFCF-410C-B9EB-66282C62B899}" type="parTrans" cxnId="{D852E0DC-C366-4F60-A7CA-6CA3AA74E73B}">
      <dgm:prSet/>
      <dgm:spPr/>
      <dgm:t>
        <a:bodyPr/>
        <a:lstStyle/>
        <a:p>
          <a:endParaRPr lang="en-GB"/>
        </a:p>
      </dgm:t>
    </dgm:pt>
    <dgm:pt modelId="{967CAB9E-77A6-4E1C-BF75-DA85A4E0EF6E}" type="sibTrans" cxnId="{D852E0DC-C366-4F60-A7CA-6CA3AA74E73B}">
      <dgm:prSet/>
      <dgm:spPr/>
      <dgm:t>
        <a:bodyPr/>
        <a:lstStyle/>
        <a:p>
          <a:endParaRPr lang="en-GB"/>
        </a:p>
      </dgm:t>
    </dgm:pt>
    <dgm:pt modelId="{C817D707-F868-4396-8379-25DF038E763D}">
      <dgm:prSet custT="1"/>
      <dgm:spPr/>
      <dgm:t>
        <a:bodyPr/>
        <a:lstStyle/>
        <a:p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Ngân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sách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dồi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dào</a:t>
          </a:r>
          <a:endParaRPr lang="en-GB" sz="2400" b="1" dirty="0">
            <a:latin typeface="Times New Roman" pitchFamily="18" charset="0"/>
            <a:cs typeface="Times New Roman" pitchFamily="18" charset="0"/>
          </a:endParaRPr>
        </a:p>
      </dgm:t>
    </dgm:pt>
    <dgm:pt modelId="{11C72E47-44E0-4702-9015-096C2C5EAA73}" type="parTrans" cxnId="{1D737CEC-4953-4976-8DDC-637691476F4B}">
      <dgm:prSet/>
      <dgm:spPr/>
      <dgm:t>
        <a:bodyPr/>
        <a:lstStyle/>
        <a:p>
          <a:endParaRPr lang="en-GB"/>
        </a:p>
      </dgm:t>
    </dgm:pt>
    <dgm:pt modelId="{590CA6EF-FB80-45CE-8417-8A16A0EBE4DE}" type="sibTrans" cxnId="{1D737CEC-4953-4976-8DDC-637691476F4B}">
      <dgm:prSet/>
      <dgm:spPr/>
      <dgm:t>
        <a:bodyPr/>
        <a:lstStyle/>
        <a:p>
          <a:endParaRPr lang="en-GB"/>
        </a:p>
      </dgm:t>
    </dgm:pt>
    <dgm:pt modelId="{506F9D01-D70E-49A9-A95E-49813555AD53}">
      <dgm:prSet custT="1"/>
      <dgm:spPr/>
      <dgm:t>
        <a:bodyPr/>
        <a:lstStyle/>
        <a:p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Xuất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khẩu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tăng</a:t>
          </a:r>
          <a:r>
            <a:rPr lang="en-GB" sz="2400" b="1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dirty="0" err="1">
              <a:latin typeface="Times New Roman" pitchFamily="18" charset="0"/>
              <a:cs typeface="Times New Roman" pitchFamily="18" charset="0"/>
            </a:rPr>
            <a:t>cao</a:t>
          </a:r>
          <a:endParaRPr lang="en-GB" sz="2400" b="1" dirty="0">
            <a:latin typeface="Times New Roman" pitchFamily="18" charset="0"/>
            <a:cs typeface="Times New Roman" pitchFamily="18" charset="0"/>
          </a:endParaRPr>
        </a:p>
      </dgm:t>
    </dgm:pt>
    <dgm:pt modelId="{A4439B96-FF0E-456B-B83E-890EB37DC019}" type="parTrans" cxnId="{2B17E86B-1BE4-429E-831D-321D12255C1C}">
      <dgm:prSet/>
      <dgm:spPr/>
      <dgm:t>
        <a:bodyPr/>
        <a:lstStyle/>
        <a:p>
          <a:endParaRPr lang="en-GB"/>
        </a:p>
      </dgm:t>
    </dgm:pt>
    <dgm:pt modelId="{406F3D84-CD80-47AB-A402-3A705BA792B1}" type="sibTrans" cxnId="{2B17E86B-1BE4-429E-831D-321D12255C1C}">
      <dgm:prSet/>
      <dgm:spPr/>
      <dgm:t>
        <a:bodyPr/>
        <a:lstStyle/>
        <a:p>
          <a:endParaRPr lang="en-GB"/>
        </a:p>
      </dgm:t>
    </dgm:pt>
    <dgm:pt modelId="{8BCEAF4E-093B-4544-94D5-03027A0AD309}" type="pres">
      <dgm:prSet presAssocID="{77409E25-FD30-409A-B8F0-8451325FB1E6}" presName="linear" presStyleCnt="0">
        <dgm:presLayoutVars>
          <dgm:dir/>
          <dgm:animLvl val="lvl"/>
          <dgm:resizeHandles val="exact"/>
        </dgm:presLayoutVars>
      </dgm:prSet>
      <dgm:spPr/>
    </dgm:pt>
    <dgm:pt modelId="{F441B62E-F9F9-4126-9721-5772C46A8D3A}" type="pres">
      <dgm:prSet presAssocID="{1BCBBC57-AA54-48AE-B94B-EEC0B135CB04}" presName="parentLin" presStyleCnt="0"/>
      <dgm:spPr/>
    </dgm:pt>
    <dgm:pt modelId="{A61ADA1F-8EF9-4F60-BA47-389FAED1911B}" type="pres">
      <dgm:prSet presAssocID="{1BCBBC57-AA54-48AE-B94B-EEC0B135CB04}" presName="parentLeftMargin" presStyleLbl="node1" presStyleIdx="0" presStyleCnt="6"/>
      <dgm:spPr/>
    </dgm:pt>
    <dgm:pt modelId="{0F4252FF-3FF0-4DB2-8FA5-FDD3B01EE142}" type="pres">
      <dgm:prSet presAssocID="{1BCBBC57-AA54-48AE-B94B-EEC0B135CB04}" presName="parentText" presStyleLbl="node1" presStyleIdx="0" presStyleCnt="6" custLinFactNeighborX="-22661" custLinFactNeighborY="38085">
        <dgm:presLayoutVars>
          <dgm:chMax val="0"/>
          <dgm:bulletEnabled val="1"/>
        </dgm:presLayoutVars>
      </dgm:prSet>
      <dgm:spPr/>
    </dgm:pt>
    <dgm:pt modelId="{4A54F2CC-C9DA-4000-965A-CB1F0984CDE7}" type="pres">
      <dgm:prSet presAssocID="{1BCBBC57-AA54-48AE-B94B-EEC0B135CB04}" presName="negativeSpace" presStyleCnt="0"/>
      <dgm:spPr/>
    </dgm:pt>
    <dgm:pt modelId="{D7BAD74A-D10F-4F56-920C-3DBBA9A8DDA7}" type="pres">
      <dgm:prSet presAssocID="{1BCBBC57-AA54-48AE-B94B-EEC0B135CB04}" presName="childText" presStyleLbl="conFgAcc1" presStyleIdx="0" presStyleCnt="6">
        <dgm:presLayoutVars>
          <dgm:bulletEnabled val="1"/>
        </dgm:presLayoutVars>
      </dgm:prSet>
      <dgm:spPr/>
    </dgm:pt>
    <dgm:pt modelId="{C517CAFB-8CEE-424C-8F04-9AA1EC8D2C6C}" type="pres">
      <dgm:prSet presAssocID="{6E1B5C2A-6C7F-4ADD-881F-BFA3A41F25D3}" presName="spaceBetweenRectangles" presStyleCnt="0"/>
      <dgm:spPr/>
    </dgm:pt>
    <dgm:pt modelId="{1D958B86-1D5D-40F2-A556-AB58BF3F6B03}" type="pres">
      <dgm:prSet presAssocID="{5B281CDE-507B-4BB3-8819-E7603919850E}" presName="parentLin" presStyleCnt="0"/>
      <dgm:spPr/>
    </dgm:pt>
    <dgm:pt modelId="{9C716070-11D0-456C-99AC-A2C90E42744A}" type="pres">
      <dgm:prSet presAssocID="{5B281CDE-507B-4BB3-8819-E7603919850E}" presName="parentLeftMargin" presStyleLbl="node1" presStyleIdx="0" presStyleCnt="6"/>
      <dgm:spPr/>
    </dgm:pt>
    <dgm:pt modelId="{49B2D4B6-0658-44C8-B2C5-B68C7F795662}" type="pres">
      <dgm:prSet presAssocID="{5B281CDE-507B-4BB3-8819-E7603919850E}" presName="parentText" presStyleLbl="node1" presStyleIdx="1" presStyleCnt="6" custLinFactNeighborX="-22661" custLinFactNeighborY="43163">
        <dgm:presLayoutVars>
          <dgm:chMax val="0"/>
          <dgm:bulletEnabled val="1"/>
        </dgm:presLayoutVars>
      </dgm:prSet>
      <dgm:spPr/>
    </dgm:pt>
    <dgm:pt modelId="{A286FBBB-B8E2-4E2C-8262-A17485EC052D}" type="pres">
      <dgm:prSet presAssocID="{5B281CDE-507B-4BB3-8819-E7603919850E}" presName="negativeSpace" presStyleCnt="0"/>
      <dgm:spPr/>
    </dgm:pt>
    <dgm:pt modelId="{7FF8C718-C114-45FB-A4A7-9425AB08C3E7}" type="pres">
      <dgm:prSet presAssocID="{5B281CDE-507B-4BB3-8819-E7603919850E}" presName="childText" presStyleLbl="conFgAcc1" presStyleIdx="1" presStyleCnt="6">
        <dgm:presLayoutVars>
          <dgm:bulletEnabled val="1"/>
        </dgm:presLayoutVars>
      </dgm:prSet>
      <dgm:spPr/>
    </dgm:pt>
    <dgm:pt modelId="{83D56BDF-821E-44D8-966F-D8F4A29759E5}" type="pres">
      <dgm:prSet presAssocID="{384AD9F4-66A9-44D0-BA5B-179099DA632F}" presName="spaceBetweenRectangles" presStyleCnt="0"/>
      <dgm:spPr/>
    </dgm:pt>
    <dgm:pt modelId="{7BBDA9F3-03C6-4282-8952-BB3F68DDDA46}" type="pres">
      <dgm:prSet presAssocID="{734244F0-62EA-40BD-94FE-6C0452D0B0C0}" presName="parentLin" presStyleCnt="0"/>
      <dgm:spPr/>
    </dgm:pt>
    <dgm:pt modelId="{C7A194B1-DBE4-4416-88C2-221EA856D107}" type="pres">
      <dgm:prSet presAssocID="{734244F0-62EA-40BD-94FE-6C0452D0B0C0}" presName="parentLeftMargin" presStyleLbl="node1" presStyleIdx="1" presStyleCnt="6"/>
      <dgm:spPr/>
    </dgm:pt>
    <dgm:pt modelId="{F8205C03-8354-40E3-A24E-CEACC6AAD389}" type="pres">
      <dgm:prSet presAssocID="{734244F0-62EA-40BD-94FE-6C0452D0B0C0}" presName="parentText" presStyleLbl="node1" presStyleIdx="2" presStyleCnt="6" custLinFactNeighborX="-22661" custLinFactNeighborY="38085">
        <dgm:presLayoutVars>
          <dgm:chMax val="0"/>
          <dgm:bulletEnabled val="1"/>
        </dgm:presLayoutVars>
      </dgm:prSet>
      <dgm:spPr/>
    </dgm:pt>
    <dgm:pt modelId="{B4D84722-36EC-40E2-A668-BB744FBCDEC0}" type="pres">
      <dgm:prSet presAssocID="{734244F0-62EA-40BD-94FE-6C0452D0B0C0}" presName="negativeSpace" presStyleCnt="0"/>
      <dgm:spPr/>
    </dgm:pt>
    <dgm:pt modelId="{9B0D82C3-809F-4ECB-8CB9-63694838189A}" type="pres">
      <dgm:prSet presAssocID="{734244F0-62EA-40BD-94FE-6C0452D0B0C0}" presName="childText" presStyleLbl="conFgAcc1" presStyleIdx="2" presStyleCnt="6">
        <dgm:presLayoutVars>
          <dgm:bulletEnabled val="1"/>
        </dgm:presLayoutVars>
      </dgm:prSet>
      <dgm:spPr/>
    </dgm:pt>
    <dgm:pt modelId="{5AB6EB19-1234-4CCC-82B5-4995A63FC188}" type="pres">
      <dgm:prSet presAssocID="{89D027BF-707B-4AB2-B6CA-D622DB1964FA}" presName="spaceBetweenRectangles" presStyleCnt="0"/>
      <dgm:spPr/>
    </dgm:pt>
    <dgm:pt modelId="{AEA69B0B-3D15-4B8E-80A2-B51220578576}" type="pres">
      <dgm:prSet presAssocID="{7F81C474-3E5A-4993-BC19-79368419691A}" presName="parentLin" presStyleCnt="0"/>
      <dgm:spPr/>
    </dgm:pt>
    <dgm:pt modelId="{6B9E2EAA-A892-4410-8B57-5DDE6455DEB5}" type="pres">
      <dgm:prSet presAssocID="{7F81C474-3E5A-4993-BC19-79368419691A}" presName="parentLeftMargin" presStyleLbl="node1" presStyleIdx="2" presStyleCnt="6"/>
      <dgm:spPr/>
    </dgm:pt>
    <dgm:pt modelId="{4A834498-E683-4F4E-B70A-A0FEAB600D7A}" type="pres">
      <dgm:prSet presAssocID="{7F81C474-3E5A-4993-BC19-79368419691A}" presName="parentText" presStyleLbl="node1" presStyleIdx="3" presStyleCnt="6" custLinFactNeighborX="-22661" custLinFactNeighborY="43163">
        <dgm:presLayoutVars>
          <dgm:chMax val="0"/>
          <dgm:bulletEnabled val="1"/>
        </dgm:presLayoutVars>
      </dgm:prSet>
      <dgm:spPr/>
    </dgm:pt>
    <dgm:pt modelId="{6E3F3B94-D06B-47EC-AD52-D325298E671B}" type="pres">
      <dgm:prSet presAssocID="{7F81C474-3E5A-4993-BC19-79368419691A}" presName="negativeSpace" presStyleCnt="0"/>
      <dgm:spPr/>
    </dgm:pt>
    <dgm:pt modelId="{6A9F0A69-3DA1-4E79-A1C8-885C6C55F4EF}" type="pres">
      <dgm:prSet presAssocID="{7F81C474-3E5A-4993-BC19-79368419691A}" presName="childText" presStyleLbl="conFgAcc1" presStyleIdx="3" presStyleCnt="6">
        <dgm:presLayoutVars>
          <dgm:bulletEnabled val="1"/>
        </dgm:presLayoutVars>
      </dgm:prSet>
      <dgm:spPr/>
    </dgm:pt>
    <dgm:pt modelId="{CA684384-F96C-4757-8B8B-54F8DC876D74}" type="pres">
      <dgm:prSet presAssocID="{967CAB9E-77A6-4E1C-BF75-DA85A4E0EF6E}" presName="spaceBetweenRectangles" presStyleCnt="0"/>
      <dgm:spPr/>
    </dgm:pt>
    <dgm:pt modelId="{6735677B-B0B9-4399-9634-D6612EB91E97}" type="pres">
      <dgm:prSet presAssocID="{C817D707-F868-4396-8379-25DF038E763D}" presName="parentLin" presStyleCnt="0"/>
      <dgm:spPr/>
    </dgm:pt>
    <dgm:pt modelId="{529CDFBB-00B4-4842-B445-8A9F781E5C44}" type="pres">
      <dgm:prSet presAssocID="{C817D707-F868-4396-8379-25DF038E763D}" presName="parentLeftMargin" presStyleLbl="node1" presStyleIdx="3" presStyleCnt="6"/>
      <dgm:spPr/>
    </dgm:pt>
    <dgm:pt modelId="{81D6CC9B-D5BF-4B02-A6B1-9C977A83D0F7}" type="pres">
      <dgm:prSet presAssocID="{C817D707-F868-4396-8379-25DF038E763D}" presName="parentText" presStyleLbl="node1" presStyleIdx="4" presStyleCnt="6" custLinFactNeighborX="-22661" custLinFactNeighborY="45702">
        <dgm:presLayoutVars>
          <dgm:chMax val="0"/>
          <dgm:bulletEnabled val="1"/>
        </dgm:presLayoutVars>
      </dgm:prSet>
      <dgm:spPr/>
    </dgm:pt>
    <dgm:pt modelId="{2310FF20-0DFD-41B1-9352-D7B7CB28EF2B}" type="pres">
      <dgm:prSet presAssocID="{C817D707-F868-4396-8379-25DF038E763D}" presName="negativeSpace" presStyleCnt="0"/>
      <dgm:spPr/>
    </dgm:pt>
    <dgm:pt modelId="{DA71886B-B31C-4345-97A7-B067E2023C2D}" type="pres">
      <dgm:prSet presAssocID="{C817D707-F868-4396-8379-25DF038E763D}" presName="childText" presStyleLbl="conFgAcc1" presStyleIdx="4" presStyleCnt="6">
        <dgm:presLayoutVars>
          <dgm:bulletEnabled val="1"/>
        </dgm:presLayoutVars>
      </dgm:prSet>
      <dgm:spPr/>
    </dgm:pt>
    <dgm:pt modelId="{0CC7C9BD-955E-4043-9734-B0540FDF670D}" type="pres">
      <dgm:prSet presAssocID="{590CA6EF-FB80-45CE-8417-8A16A0EBE4DE}" presName="spaceBetweenRectangles" presStyleCnt="0"/>
      <dgm:spPr/>
    </dgm:pt>
    <dgm:pt modelId="{40D69DF6-9021-4F77-99C9-BD41ADC45048}" type="pres">
      <dgm:prSet presAssocID="{506F9D01-D70E-49A9-A95E-49813555AD53}" presName="parentLin" presStyleCnt="0"/>
      <dgm:spPr/>
    </dgm:pt>
    <dgm:pt modelId="{6BCE816B-04AC-4F4F-96AA-743DB9248A86}" type="pres">
      <dgm:prSet presAssocID="{506F9D01-D70E-49A9-A95E-49813555AD53}" presName="parentLeftMargin" presStyleLbl="node1" presStyleIdx="4" presStyleCnt="6"/>
      <dgm:spPr/>
    </dgm:pt>
    <dgm:pt modelId="{60662F3F-BE86-4944-98BF-79A889557E17}" type="pres">
      <dgm:prSet presAssocID="{506F9D01-D70E-49A9-A95E-49813555AD53}" presName="parentText" presStyleLbl="node1" presStyleIdx="5" presStyleCnt="6" custLinFactNeighborX="-22661" custLinFactNeighborY="39070">
        <dgm:presLayoutVars>
          <dgm:chMax val="0"/>
          <dgm:bulletEnabled val="1"/>
        </dgm:presLayoutVars>
      </dgm:prSet>
      <dgm:spPr/>
    </dgm:pt>
    <dgm:pt modelId="{29B91CD9-C8AC-45EC-B997-B1B782761B1C}" type="pres">
      <dgm:prSet presAssocID="{506F9D01-D70E-49A9-A95E-49813555AD53}" presName="negativeSpace" presStyleCnt="0"/>
      <dgm:spPr/>
    </dgm:pt>
    <dgm:pt modelId="{D4260632-11BF-462D-93B2-0DDED49E38F2}" type="pres">
      <dgm:prSet presAssocID="{506F9D01-D70E-49A9-A95E-49813555AD53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B45FD22C-30A8-4D8F-A2E3-129DF1B3839C}" type="presOf" srcId="{734244F0-62EA-40BD-94FE-6C0452D0B0C0}" destId="{C7A194B1-DBE4-4416-88C2-221EA856D107}" srcOrd="0" destOrd="0" presId="urn:microsoft.com/office/officeart/2005/8/layout/list1"/>
    <dgm:cxn modelId="{1C5BF036-43B0-4E74-9035-9F14D4DBA7FE}" srcId="{77409E25-FD30-409A-B8F0-8451325FB1E6}" destId="{1BCBBC57-AA54-48AE-B94B-EEC0B135CB04}" srcOrd="0" destOrd="0" parTransId="{990D414C-D2EC-437B-83DE-A3052077720F}" sibTransId="{6E1B5C2A-6C7F-4ADD-881F-BFA3A41F25D3}"/>
    <dgm:cxn modelId="{12BE795E-E984-4A2D-9AAF-65F1D79CD53A}" type="presOf" srcId="{7F81C474-3E5A-4993-BC19-79368419691A}" destId="{4A834498-E683-4F4E-B70A-A0FEAB600D7A}" srcOrd="1" destOrd="0" presId="urn:microsoft.com/office/officeart/2005/8/layout/list1"/>
    <dgm:cxn modelId="{06707560-B4D4-4245-8373-3900458E6E4D}" srcId="{77409E25-FD30-409A-B8F0-8451325FB1E6}" destId="{734244F0-62EA-40BD-94FE-6C0452D0B0C0}" srcOrd="2" destOrd="0" parTransId="{E72DF21F-6077-4626-A2EE-6EC33DB3DD2A}" sibTransId="{89D027BF-707B-4AB2-B6CA-D622DB1964FA}"/>
    <dgm:cxn modelId="{2B17E86B-1BE4-429E-831D-321D12255C1C}" srcId="{77409E25-FD30-409A-B8F0-8451325FB1E6}" destId="{506F9D01-D70E-49A9-A95E-49813555AD53}" srcOrd="5" destOrd="0" parTransId="{A4439B96-FF0E-456B-B83E-890EB37DC019}" sibTransId="{406F3D84-CD80-47AB-A402-3A705BA792B1}"/>
    <dgm:cxn modelId="{9EED2A72-1BC0-4989-8A61-3F418BE2CA08}" type="presOf" srcId="{77409E25-FD30-409A-B8F0-8451325FB1E6}" destId="{8BCEAF4E-093B-4544-94D5-03027A0AD309}" srcOrd="0" destOrd="0" presId="urn:microsoft.com/office/officeart/2005/8/layout/list1"/>
    <dgm:cxn modelId="{2C01F378-6AEE-4BC0-8889-EC4E50F357F4}" srcId="{77409E25-FD30-409A-B8F0-8451325FB1E6}" destId="{5B281CDE-507B-4BB3-8819-E7603919850E}" srcOrd="1" destOrd="0" parTransId="{D696D10E-8013-4F0F-8593-FF8F0BB6F288}" sibTransId="{384AD9F4-66A9-44D0-BA5B-179099DA632F}"/>
    <dgm:cxn modelId="{ECC6EE8E-9B43-4C2C-B5F8-92ECA4C69A52}" type="presOf" srcId="{1BCBBC57-AA54-48AE-B94B-EEC0B135CB04}" destId="{0F4252FF-3FF0-4DB2-8FA5-FDD3B01EE142}" srcOrd="1" destOrd="0" presId="urn:microsoft.com/office/officeart/2005/8/layout/list1"/>
    <dgm:cxn modelId="{2D8E2EC2-8610-4644-808B-5F1B86C4402B}" type="presOf" srcId="{C817D707-F868-4396-8379-25DF038E763D}" destId="{81D6CC9B-D5BF-4B02-A6B1-9C977A83D0F7}" srcOrd="1" destOrd="0" presId="urn:microsoft.com/office/officeart/2005/8/layout/list1"/>
    <dgm:cxn modelId="{01995CC5-914D-4B8F-9F86-675E28F0069B}" type="presOf" srcId="{506F9D01-D70E-49A9-A95E-49813555AD53}" destId="{60662F3F-BE86-4944-98BF-79A889557E17}" srcOrd="1" destOrd="0" presId="urn:microsoft.com/office/officeart/2005/8/layout/list1"/>
    <dgm:cxn modelId="{73797DD4-D20C-440F-A931-F93EDC1A9CB6}" type="presOf" srcId="{734244F0-62EA-40BD-94FE-6C0452D0B0C0}" destId="{F8205C03-8354-40E3-A24E-CEACC6AAD389}" srcOrd="1" destOrd="0" presId="urn:microsoft.com/office/officeart/2005/8/layout/list1"/>
    <dgm:cxn modelId="{76C772D6-5B6A-4960-8312-2CC4E0969CE3}" type="presOf" srcId="{5B281CDE-507B-4BB3-8819-E7603919850E}" destId="{9C716070-11D0-456C-99AC-A2C90E42744A}" srcOrd="0" destOrd="0" presId="urn:microsoft.com/office/officeart/2005/8/layout/list1"/>
    <dgm:cxn modelId="{55E9A9DA-ECB8-4385-8EC7-AA25DAA57EB1}" type="presOf" srcId="{7F81C474-3E5A-4993-BC19-79368419691A}" destId="{6B9E2EAA-A892-4410-8B57-5DDE6455DEB5}" srcOrd="0" destOrd="0" presId="urn:microsoft.com/office/officeart/2005/8/layout/list1"/>
    <dgm:cxn modelId="{D852E0DC-C366-4F60-A7CA-6CA3AA74E73B}" srcId="{77409E25-FD30-409A-B8F0-8451325FB1E6}" destId="{7F81C474-3E5A-4993-BC19-79368419691A}" srcOrd="3" destOrd="0" parTransId="{8A12B505-FFCF-410C-B9EB-66282C62B899}" sibTransId="{967CAB9E-77A6-4E1C-BF75-DA85A4E0EF6E}"/>
    <dgm:cxn modelId="{563C46E4-2207-4EA7-95D4-FFF60C13827E}" type="presOf" srcId="{C817D707-F868-4396-8379-25DF038E763D}" destId="{529CDFBB-00B4-4842-B445-8A9F781E5C44}" srcOrd="0" destOrd="0" presId="urn:microsoft.com/office/officeart/2005/8/layout/list1"/>
    <dgm:cxn modelId="{1D737CEC-4953-4976-8DDC-637691476F4B}" srcId="{77409E25-FD30-409A-B8F0-8451325FB1E6}" destId="{C817D707-F868-4396-8379-25DF038E763D}" srcOrd="4" destOrd="0" parTransId="{11C72E47-44E0-4702-9015-096C2C5EAA73}" sibTransId="{590CA6EF-FB80-45CE-8417-8A16A0EBE4DE}"/>
    <dgm:cxn modelId="{339204ED-DB9D-4D87-8F10-E6564596C4B7}" type="presOf" srcId="{506F9D01-D70E-49A9-A95E-49813555AD53}" destId="{6BCE816B-04AC-4F4F-96AA-743DB9248A86}" srcOrd="0" destOrd="0" presId="urn:microsoft.com/office/officeart/2005/8/layout/list1"/>
    <dgm:cxn modelId="{FFD941F0-2FFC-4E95-8BAF-3A4B5B8E4872}" type="presOf" srcId="{1BCBBC57-AA54-48AE-B94B-EEC0B135CB04}" destId="{A61ADA1F-8EF9-4F60-BA47-389FAED1911B}" srcOrd="0" destOrd="0" presId="urn:microsoft.com/office/officeart/2005/8/layout/list1"/>
    <dgm:cxn modelId="{190E61F4-9402-47FA-AEB8-C334B261810B}" type="presOf" srcId="{5B281CDE-507B-4BB3-8819-E7603919850E}" destId="{49B2D4B6-0658-44C8-B2C5-B68C7F795662}" srcOrd="1" destOrd="0" presId="urn:microsoft.com/office/officeart/2005/8/layout/list1"/>
    <dgm:cxn modelId="{125DCA73-28FC-4940-A39C-0E86F150531C}" type="presParOf" srcId="{8BCEAF4E-093B-4544-94D5-03027A0AD309}" destId="{F441B62E-F9F9-4126-9721-5772C46A8D3A}" srcOrd="0" destOrd="0" presId="urn:microsoft.com/office/officeart/2005/8/layout/list1"/>
    <dgm:cxn modelId="{42F01546-ADCA-4021-946E-2B23842650E2}" type="presParOf" srcId="{F441B62E-F9F9-4126-9721-5772C46A8D3A}" destId="{A61ADA1F-8EF9-4F60-BA47-389FAED1911B}" srcOrd="0" destOrd="0" presId="urn:microsoft.com/office/officeart/2005/8/layout/list1"/>
    <dgm:cxn modelId="{6498B9D3-7CE9-41A9-BF74-B6A58EB2B201}" type="presParOf" srcId="{F441B62E-F9F9-4126-9721-5772C46A8D3A}" destId="{0F4252FF-3FF0-4DB2-8FA5-FDD3B01EE142}" srcOrd="1" destOrd="0" presId="urn:microsoft.com/office/officeart/2005/8/layout/list1"/>
    <dgm:cxn modelId="{B40096FF-0A14-4070-B000-B30BE66F3EDF}" type="presParOf" srcId="{8BCEAF4E-093B-4544-94D5-03027A0AD309}" destId="{4A54F2CC-C9DA-4000-965A-CB1F0984CDE7}" srcOrd="1" destOrd="0" presId="urn:microsoft.com/office/officeart/2005/8/layout/list1"/>
    <dgm:cxn modelId="{4C5EBAB4-2DDE-4298-9A46-9E6FABCCB9A5}" type="presParOf" srcId="{8BCEAF4E-093B-4544-94D5-03027A0AD309}" destId="{D7BAD74A-D10F-4F56-920C-3DBBA9A8DDA7}" srcOrd="2" destOrd="0" presId="urn:microsoft.com/office/officeart/2005/8/layout/list1"/>
    <dgm:cxn modelId="{2EE2BACD-7CD0-4DDD-AFD2-179E1A72AA9F}" type="presParOf" srcId="{8BCEAF4E-093B-4544-94D5-03027A0AD309}" destId="{C517CAFB-8CEE-424C-8F04-9AA1EC8D2C6C}" srcOrd="3" destOrd="0" presId="urn:microsoft.com/office/officeart/2005/8/layout/list1"/>
    <dgm:cxn modelId="{09325C80-BEDD-4E91-B02C-A5F7AC38137C}" type="presParOf" srcId="{8BCEAF4E-093B-4544-94D5-03027A0AD309}" destId="{1D958B86-1D5D-40F2-A556-AB58BF3F6B03}" srcOrd="4" destOrd="0" presId="urn:microsoft.com/office/officeart/2005/8/layout/list1"/>
    <dgm:cxn modelId="{434BA4C0-7743-4CD0-8623-02E16E0F2589}" type="presParOf" srcId="{1D958B86-1D5D-40F2-A556-AB58BF3F6B03}" destId="{9C716070-11D0-456C-99AC-A2C90E42744A}" srcOrd="0" destOrd="0" presId="urn:microsoft.com/office/officeart/2005/8/layout/list1"/>
    <dgm:cxn modelId="{03294B25-406C-4F8F-B779-2D79B0DAFD5F}" type="presParOf" srcId="{1D958B86-1D5D-40F2-A556-AB58BF3F6B03}" destId="{49B2D4B6-0658-44C8-B2C5-B68C7F795662}" srcOrd="1" destOrd="0" presId="urn:microsoft.com/office/officeart/2005/8/layout/list1"/>
    <dgm:cxn modelId="{07FBE177-FC59-46EC-9B8E-937E6976CDCC}" type="presParOf" srcId="{8BCEAF4E-093B-4544-94D5-03027A0AD309}" destId="{A286FBBB-B8E2-4E2C-8262-A17485EC052D}" srcOrd="5" destOrd="0" presId="urn:microsoft.com/office/officeart/2005/8/layout/list1"/>
    <dgm:cxn modelId="{7C30D74E-E62F-435A-9DF0-A2403608DB32}" type="presParOf" srcId="{8BCEAF4E-093B-4544-94D5-03027A0AD309}" destId="{7FF8C718-C114-45FB-A4A7-9425AB08C3E7}" srcOrd="6" destOrd="0" presId="urn:microsoft.com/office/officeart/2005/8/layout/list1"/>
    <dgm:cxn modelId="{4DAC30F2-F36D-451D-820B-08C7C6B94783}" type="presParOf" srcId="{8BCEAF4E-093B-4544-94D5-03027A0AD309}" destId="{83D56BDF-821E-44D8-966F-D8F4A29759E5}" srcOrd="7" destOrd="0" presId="urn:microsoft.com/office/officeart/2005/8/layout/list1"/>
    <dgm:cxn modelId="{8A96CCC6-5845-4171-8358-371444B63F14}" type="presParOf" srcId="{8BCEAF4E-093B-4544-94D5-03027A0AD309}" destId="{7BBDA9F3-03C6-4282-8952-BB3F68DDDA46}" srcOrd="8" destOrd="0" presId="urn:microsoft.com/office/officeart/2005/8/layout/list1"/>
    <dgm:cxn modelId="{D6DB8DC1-6C06-4A76-91D4-9747D8D880FD}" type="presParOf" srcId="{7BBDA9F3-03C6-4282-8952-BB3F68DDDA46}" destId="{C7A194B1-DBE4-4416-88C2-221EA856D107}" srcOrd="0" destOrd="0" presId="urn:microsoft.com/office/officeart/2005/8/layout/list1"/>
    <dgm:cxn modelId="{03C28448-CA95-4A04-91DC-4B0338D1B2EF}" type="presParOf" srcId="{7BBDA9F3-03C6-4282-8952-BB3F68DDDA46}" destId="{F8205C03-8354-40E3-A24E-CEACC6AAD389}" srcOrd="1" destOrd="0" presId="urn:microsoft.com/office/officeart/2005/8/layout/list1"/>
    <dgm:cxn modelId="{D3B9CA35-9CA3-408D-BFED-C1BA082FE1EB}" type="presParOf" srcId="{8BCEAF4E-093B-4544-94D5-03027A0AD309}" destId="{B4D84722-36EC-40E2-A668-BB744FBCDEC0}" srcOrd="9" destOrd="0" presId="urn:microsoft.com/office/officeart/2005/8/layout/list1"/>
    <dgm:cxn modelId="{AEF00A16-8832-4D19-A113-9EA3EEE3CAE7}" type="presParOf" srcId="{8BCEAF4E-093B-4544-94D5-03027A0AD309}" destId="{9B0D82C3-809F-4ECB-8CB9-63694838189A}" srcOrd="10" destOrd="0" presId="urn:microsoft.com/office/officeart/2005/8/layout/list1"/>
    <dgm:cxn modelId="{D48F9CA8-843E-4D76-8A3C-6A4DBD95AAD0}" type="presParOf" srcId="{8BCEAF4E-093B-4544-94D5-03027A0AD309}" destId="{5AB6EB19-1234-4CCC-82B5-4995A63FC188}" srcOrd="11" destOrd="0" presId="urn:microsoft.com/office/officeart/2005/8/layout/list1"/>
    <dgm:cxn modelId="{2D7CBE28-3374-4C74-9B82-9838D3939E3E}" type="presParOf" srcId="{8BCEAF4E-093B-4544-94D5-03027A0AD309}" destId="{AEA69B0B-3D15-4B8E-80A2-B51220578576}" srcOrd="12" destOrd="0" presId="urn:microsoft.com/office/officeart/2005/8/layout/list1"/>
    <dgm:cxn modelId="{A25ACEA4-44BA-4DE3-B77E-74F31A4DEE79}" type="presParOf" srcId="{AEA69B0B-3D15-4B8E-80A2-B51220578576}" destId="{6B9E2EAA-A892-4410-8B57-5DDE6455DEB5}" srcOrd="0" destOrd="0" presId="urn:microsoft.com/office/officeart/2005/8/layout/list1"/>
    <dgm:cxn modelId="{22A11CED-1908-4431-83D7-14C695E999DB}" type="presParOf" srcId="{AEA69B0B-3D15-4B8E-80A2-B51220578576}" destId="{4A834498-E683-4F4E-B70A-A0FEAB600D7A}" srcOrd="1" destOrd="0" presId="urn:microsoft.com/office/officeart/2005/8/layout/list1"/>
    <dgm:cxn modelId="{E056878F-3092-4615-832B-D775638F7F6C}" type="presParOf" srcId="{8BCEAF4E-093B-4544-94D5-03027A0AD309}" destId="{6E3F3B94-D06B-47EC-AD52-D325298E671B}" srcOrd="13" destOrd="0" presId="urn:microsoft.com/office/officeart/2005/8/layout/list1"/>
    <dgm:cxn modelId="{55F15908-C7D4-4C9B-B4A9-C8BE3CCA61C6}" type="presParOf" srcId="{8BCEAF4E-093B-4544-94D5-03027A0AD309}" destId="{6A9F0A69-3DA1-4E79-A1C8-885C6C55F4EF}" srcOrd="14" destOrd="0" presId="urn:microsoft.com/office/officeart/2005/8/layout/list1"/>
    <dgm:cxn modelId="{F8391F7B-2DD7-4D68-8BC3-A4147819A611}" type="presParOf" srcId="{8BCEAF4E-093B-4544-94D5-03027A0AD309}" destId="{CA684384-F96C-4757-8B8B-54F8DC876D74}" srcOrd="15" destOrd="0" presId="urn:microsoft.com/office/officeart/2005/8/layout/list1"/>
    <dgm:cxn modelId="{DCF971FA-7183-457E-BB06-6E437DCA6D00}" type="presParOf" srcId="{8BCEAF4E-093B-4544-94D5-03027A0AD309}" destId="{6735677B-B0B9-4399-9634-D6612EB91E97}" srcOrd="16" destOrd="0" presId="urn:microsoft.com/office/officeart/2005/8/layout/list1"/>
    <dgm:cxn modelId="{59068062-4D1A-48A5-BECC-B686530D2B5F}" type="presParOf" srcId="{6735677B-B0B9-4399-9634-D6612EB91E97}" destId="{529CDFBB-00B4-4842-B445-8A9F781E5C44}" srcOrd="0" destOrd="0" presId="urn:microsoft.com/office/officeart/2005/8/layout/list1"/>
    <dgm:cxn modelId="{2F01A6ED-45DE-4BE3-A630-247DDE5E91B1}" type="presParOf" srcId="{6735677B-B0B9-4399-9634-D6612EB91E97}" destId="{81D6CC9B-D5BF-4B02-A6B1-9C977A83D0F7}" srcOrd="1" destOrd="0" presId="urn:microsoft.com/office/officeart/2005/8/layout/list1"/>
    <dgm:cxn modelId="{605F3E51-2368-4AB7-A0C2-2A4AE2E51656}" type="presParOf" srcId="{8BCEAF4E-093B-4544-94D5-03027A0AD309}" destId="{2310FF20-0DFD-41B1-9352-D7B7CB28EF2B}" srcOrd="17" destOrd="0" presId="urn:microsoft.com/office/officeart/2005/8/layout/list1"/>
    <dgm:cxn modelId="{8C8397D8-CDA6-431A-B4D9-3E20C60C88CF}" type="presParOf" srcId="{8BCEAF4E-093B-4544-94D5-03027A0AD309}" destId="{DA71886B-B31C-4345-97A7-B067E2023C2D}" srcOrd="18" destOrd="0" presId="urn:microsoft.com/office/officeart/2005/8/layout/list1"/>
    <dgm:cxn modelId="{2D3960A6-62DD-4360-ABE5-5B57FFC98565}" type="presParOf" srcId="{8BCEAF4E-093B-4544-94D5-03027A0AD309}" destId="{0CC7C9BD-955E-4043-9734-B0540FDF670D}" srcOrd="19" destOrd="0" presId="urn:microsoft.com/office/officeart/2005/8/layout/list1"/>
    <dgm:cxn modelId="{1BEB18CD-4AA9-46DC-83C2-74917EA85DF4}" type="presParOf" srcId="{8BCEAF4E-093B-4544-94D5-03027A0AD309}" destId="{40D69DF6-9021-4F77-99C9-BD41ADC45048}" srcOrd="20" destOrd="0" presId="urn:microsoft.com/office/officeart/2005/8/layout/list1"/>
    <dgm:cxn modelId="{F30C4C11-405F-4F25-A91C-2C80F2136277}" type="presParOf" srcId="{40D69DF6-9021-4F77-99C9-BD41ADC45048}" destId="{6BCE816B-04AC-4F4F-96AA-743DB9248A86}" srcOrd="0" destOrd="0" presId="urn:microsoft.com/office/officeart/2005/8/layout/list1"/>
    <dgm:cxn modelId="{E2AF144B-79E8-498D-8F99-9D5D02887875}" type="presParOf" srcId="{40D69DF6-9021-4F77-99C9-BD41ADC45048}" destId="{60662F3F-BE86-4944-98BF-79A889557E17}" srcOrd="1" destOrd="0" presId="urn:microsoft.com/office/officeart/2005/8/layout/list1"/>
    <dgm:cxn modelId="{56D94E4A-794D-4B09-9F7B-CF23083C851C}" type="presParOf" srcId="{8BCEAF4E-093B-4544-94D5-03027A0AD309}" destId="{29B91CD9-C8AC-45EC-B997-B1B782761B1C}" srcOrd="21" destOrd="0" presId="urn:microsoft.com/office/officeart/2005/8/layout/list1"/>
    <dgm:cxn modelId="{F8D4B1D9-BD6B-4C44-B1CD-AC1F221BA701}" type="presParOf" srcId="{8BCEAF4E-093B-4544-94D5-03027A0AD309}" destId="{D4260632-11BF-462D-93B2-0DDED49E38F2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BAD74A-D10F-4F56-920C-3DBBA9A8DDA7}">
      <dsp:nvSpPr>
        <dsp:cNvPr id="0" name=""/>
        <dsp:cNvSpPr/>
      </dsp:nvSpPr>
      <dsp:spPr>
        <a:xfrm>
          <a:off x="0" y="317070"/>
          <a:ext cx="10515600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4252FF-3FF0-4DB2-8FA5-FDD3B01EE142}">
      <dsp:nvSpPr>
        <dsp:cNvPr id="0" name=""/>
        <dsp:cNvSpPr/>
      </dsp:nvSpPr>
      <dsp:spPr>
        <a:xfrm>
          <a:off x="406632" y="246724"/>
          <a:ext cx="7360920" cy="59040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Tăng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trưởng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kỷ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lục</a:t>
          </a:r>
          <a:endParaRPr lang="en-GB" sz="2400" b="1" kern="1200" dirty="0">
            <a:latin typeface="Times New Roman" pitchFamily="18" charset="0"/>
            <a:cs typeface="Times New Roman" pitchFamily="18" charset="0"/>
          </a:endParaRPr>
        </a:p>
      </dsp:txBody>
      <dsp:txXfrm>
        <a:off x="435453" y="275545"/>
        <a:ext cx="7303278" cy="532758"/>
      </dsp:txXfrm>
    </dsp:sp>
    <dsp:sp modelId="{7FF8C718-C114-45FB-A4A7-9425AB08C3E7}">
      <dsp:nvSpPr>
        <dsp:cNvPr id="0" name=""/>
        <dsp:cNvSpPr/>
      </dsp:nvSpPr>
      <dsp:spPr>
        <a:xfrm>
          <a:off x="0" y="1224270"/>
          <a:ext cx="10515600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1960178"/>
              <a:satOff val="-8155"/>
              <a:lumOff val="192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9B2D4B6-0658-44C8-B2C5-B68C7F795662}">
      <dsp:nvSpPr>
        <dsp:cNvPr id="0" name=""/>
        <dsp:cNvSpPr/>
      </dsp:nvSpPr>
      <dsp:spPr>
        <a:xfrm>
          <a:off x="406632" y="1183904"/>
          <a:ext cx="7360920" cy="590400"/>
        </a:xfrm>
        <a:prstGeom prst="roundRect">
          <a:avLst/>
        </a:prstGeom>
        <a:solidFill>
          <a:schemeClr val="accent4">
            <a:hueOff val="1960178"/>
            <a:satOff val="-8155"/>
            <a:lumOff val="1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Công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nghiệp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dẫn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đầu</a:t>
          </a:r>
          <a:endParaRPr lang="en-GB" sz="2400" b="1" kern="1200" dirty="0">
            <a:latin typeface="Times New Roman" pitchFamily="18" charset="0"/>
            <a:cs typeface="Times New Roman" pitchFamily="18" charset="0"/>
          </a:endParaRPr>
        </a:p>
      </dsp:txBody>
      <dsp:txXfrm>
        <a:off x="435453" y="1212725"/>
        <a:ext cx="7303278" cy="532758"/>
      </dsp:txXfrm>
    </dsp:sp>
    <dsp:sp modelId="{9B0D82C3-809F-4ECB-8CB9-63694838189A}">
      <dsp:nvSpPr>
        <dsp:cNvPr id="0" name=""/>
        <dsp:cNvSpPr/>
      </dsp:nvSpPr>
      <dsp:spPr>
        <a:xfrm>
          <a:off x="0" y="2131470"/>
          <a:ext cx="10515600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3920356"/>
              <a:satOff val="-16311"/>
              <a:lumOff val="384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205C03-8354-40E3-A24E-CEACC6AAD389}">
      <dsp:nvSpPr>
        <dsp:cNvPr id="0" name=""/>
        <dsp:cNvSpPr/>
      </dsp:nvSpPr>
      <dsp:spPr>
        <a:xfrm>
          <a:off x="406632" y="2061124"/>
          <a:ext cx="7360920" cy="590400"/>
        </a:xfrm>
        <a:prstGeom prst="roundRect">
          <a:avLst/>
        </a:prstGeom>
        <a:solidFill>
          <a:schemeClr val="accent4">
            <a:hueOff val="3920356"/>
            <a:satOff val="-16311"/>
            <a:lumOff val="3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FDI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đột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phá</a:t>
          </a:r>
          <a:endParaRPr lang="en-GB" sz="2400" b="1" kern="1200" dirty="0">
            <a:latin typeface="Times New Roman" pitchFamily="18" charset="0"/>
            <a:cs typeface="Times New Roman" pitchFamily="18" charset="0"/>
          </a:endParaRPr>
        </a:p>
      </dsp:txBody>
      <dsp:txXfrm>
        <a:off x="435453" y="2089945"/>
        <a:ext cx="7303278" cy="532758"/>
      </dsp:txXfrm>
    </dsp:sp>
    <dsp:sp modelId="{6A9F0A69-3DA1-4E79-A1C8-885C6C55F4EF}">
      <dsp:nvSpPr>
        <dsp:cNvPr id="0" name=""/>
        <dsp:cNvSpPr/>
      </dsp:nvSpPr>
      <dsp:spPr>
        <a:xfrm>
          <a:off x="0" y="3038670"/>
          <a:ext cx="10515600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5880535"/>
              <a:satOff val="-24466"/>
              <a:lumOff val="576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834498-E683-4F4E-B70A-A0FEAB600D7A}">
      <dsp:nvSpPr>
        <dsp:cNvPr id="0" name=""/>
        <dsp:cNvSpPr/>
      </dsp:nvSpPr>
      <dsp:spPr>
        <a:xfrm>
          <a:off x="406632" y="2998304"/>
          <a:ext cx="7360920" cy="590400"/>
        </a:xfrm>
        <a:prstGeom prst="roundRect">
          <a:avLst/>
        </a:prstGeom>
        <a:solidFill>
          <a:schemeClr val="accent4">
            <a:hueOff val="5880535"/>
            <a:satOff val="-24466"/>
            <a:lumOff val="5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Du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lịch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phục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hồi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nhanh</a:t>
          </a:r>
          <a:endParaRPr lang="en-GB" sz="2400" b="1" kern="1200" dirty="0">
            <a:latin typeface="Times New Roman" pitchFamily="18" charset="0"/>
            <a:cs typeface="Times New Roman" pitchFamily="18" charset="0"/>
          </a:endParaRPr>
        </a:p>
      </dsp:txBody>
      <dsp:txXfrm>
        <a:off x="435453" y="3027125"/>
        <a:ext cx="7303278" cy="532758"/>
      </dsp:txXfrm>
    </dsp:sp>
    <dsp:sp modelId="{DA71886B-B31C-4345-97A7-B067E2023C2D}">
      <dsp:nvSpPr>
        <dsp:cNvPr id="0" name=""/>
        <dsp:cNvSpPr/>
      </dsp:nvSpPr>
      <dsp:spPr>
        <a:xfrm>
          <a:off x="0" y="3945870"/>
          <a:ext cx="10515600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7840713"/>
              <a:satOff val="-32622"/>
              <a:lumOff val="768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D6CC9B-D5BF-4B02-A6B1-9C977A83D0F7}">
      <dsp:nvSpPr>
        <dsp:cNvPr id="0" name=""/>
        <dsp:cNvSpPr/>
      </dsp:nvSpPr>
      <dsp:spPr>
        <a:xfrm>
          <a:off x="406632" y="3920495"/>
          <a:ext cx="7360920" cy="590400"/>
        </a:xfrm>
        <a:prstGeom prst="roundRect">
          <a:avLst/>
        </a:prstGeom>
        <a:solidFill>
          <a:schemeClr val="accent4">
            <a:hueOff val="7840713"/>
            <a:satOff val="-32622"/>
            <a:lumOff val="7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Ngân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sách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dồi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dào</a:t>
          </a:r>
          <a:endParaRPr lang="en-GB" sz="2400" b="1" kern="1200" dirty="0">
            <a:latin typeface="Times New Roman" pitchFamily="18" charset="0"/>
            <a:cs typeface="Times New Roman" pitchFamily="18" charset="0"/>
          </a:endParaRPr>
        </a:p>
      </dsp:txBody>
      <dsp:txXfrm>
        <a:off x="435453" y="3949316"/>
        <a:ext cx="7303278" cy="532758"/>
      </dsp:txXfrm>
    </dsp:sp>
    <dsp:sp modelId="{D4260632-11BF-462D-93B2-0DDED49E38F2}">
      <dsp:nvSpPr>
        <dsp:cNvPr id="0" name=""/>
        <dsp:cNvSpPr/>
      </dsp:nvSpPr>
      <dsp:spPr>
        <a:xfrm>
          <a:off x="0" y="4853070"/>
          <a:ext cx="10515600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9800891"/>
              <a:satOff val="-40777"/>
              <a:lumOff val="96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662F3F-BE86-4944-98BF-79A889557E17}">
      <dsp:nvSpPr>
        <dsp:cNvPr id="0" name=""/>
        <dsp:cNvSpPr/>
      </dsp:nvSpPr>
      <dsp:spPr>
        <a:xfrm>
          <a:off x="406632" y="4788539"/>
          <a:ext cx="7360920" cy="590400"/>
        </a:xfrm>
        <a:prstGeom prst="roundRect">
          <a:avLst/>
        </a:prstGeom>
        <a:solidFill>
          <a:schemeClr val="accent4">
            <a:hueOff val="9800891"/>
            <a:satOff val="-40777"/>
            <a:lumOff val="960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Xuất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khẩu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tăng</a:t>
          </a:r>
          <a:r>
            <a:rPr lang="en-GB" sz="2400" b="1" kern="1200" dirty="0">
              <a:latin typeface="Times New Roman" pitchFamily="18" charset="0"/>
              <a:cs typeface="Times New Roman" pitchFamily="18" charset="0"/>
            </a:rPr>
            <a:t> </a:t>
          </a:r>
          <a:r>
            <a:rPr lang="en-GB" sz="2400" b="1" kern="1200" dirty="0" err="1">
              <a:latin typeface="Times New Roman" pitchFamily="18" charset="0"/>
              <a:cs typeface="Times New Roman" pitchFamily="18" charset="0"/>
            </a:rPr>
            <a:t>cao</a:t>
          </a:r>
          <a:endParaRPr lang="en-GB" sz="2400" b="1" kern="1200" dirty="0">
            <a:latin typeface="Times New Roman" pitchFamily="18" charset="0"/>
            <a:cs typeface="Times New Roman" pitchFamily="18" charset="0"/>
          </a:endParaRPr>
        </a:p>
      </dsp:txBody>
      <dsp:txXfrm>
        <a:off x="435453" y="4817360"/>
        <a:ext cx="7303278" cy="5327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D8B831-80E7-43E3-AAAE-CA4202B57F14}" type="datetimeFigureOut">
              <a:rPr lang="en-GB" smtClean="0"/>
              <a:t>08/03/2026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2698A0-B678-4CB9-9846-C68CD0C2E8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28020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B7A74FB-8F5B-4FB2-AAA7-0FAE3AB6D163}"/>
              </a:ext>
            </a:extLst>
          </p:cNvPr>
          <p:cNvSpPr/>
          <p:nvPr userDrawn="1"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61A23D-A55E-40A9-B2A4-D758210A60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8BE132-605B-40B0-9ED3-7A9CB7ACA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D6B9D-3C33-4C54-B7D8-58AFF5C2B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F9FE4-650B-4ADF-B93E-392AC4653FF2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24B7BF-BB5F-492B-B056-461B2167C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2459BD7-7965-4358-8383-D49AFA29CC03}"/>
              </a:ext>
            </a:extLst>
          </p:cNvPr>
          <p:cNvSpPr txBox="1">
            <a:spLocks/>
          </p:cNvSpPr>
          <p:nvPr userDrawn="1"/>
        </p:nvSpPr>
        <p:spPr>
          <a:xfrm>
            <a:off x="8585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800" b="1" kern="1200">
                <a:ln>
                  <a:solidFill>
                    <a:srgbClr val="FFC000"/>
                  </a:solidFill>
                </a:ln>
                <a:solidFill>
                  <a:srgbClr val="FFFF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Slide </a:t>
            </a:r>
            <a:fld id="{F9180565-F8CD-46E0-AE20-67C8F3952F8C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8779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2EEF1-9711-4D89-94DF-C52EF334B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4DA4F-F123-43C4-9292-E7338496E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8B16F-79F8-4B9C-8F36-A60428D8A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BC1B0F-7424-441B-B3BE-6C30DCE34201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34EC0-625D-4879-B632-29EF7D659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6B1368-17CB-491B-97F3-55724257E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205F70-A280-4B09-8E75-C73C61F7D04E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54DB8F-9CCE-45CC-A2B6-B4250A00FBEA}"/>
              </a:ext>
            </a:extLst>
          </p:cNvPr>
          <p:cNvSpPr/>
          <p:nvPr userDrawn="1"/>
        </p:nvSpPr>
        <p:spPr>
          <a:xfrm>
            <a:off x="-25400" y="6356350"/>
            <a:ext cx="12192000" cy="50165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EA056A2-41E3-4C91-BFE2-413E0BF8A4A7}"/>
              </a:ext>
            </a:extLst>
          </p:cNvPr>
          <p:cNvSpPr txBox="1">
            <a:spLocks/>
          </p:cNvSpPr>
          <p:nvPr userDrawn="1"/>
        </p:nvSpPr>
        <p:spPr>
          <a:xfrm>
            <a:off x="8585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800" b="1" kern="1200">
                <a:ln>
                  <a:solidFill>
                    <a:srgbClr val="FFC000"/>
                  </a:solidFill>
                </a:ln>
                <a:solidFill>
                  <a:srgbClr val="FFFF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Slide </a:t>
            </a:r>
            <a:fld id="{F9180565-F8CD-46E0-AE20-67C8F3952F8C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5051C94-6260-4766-91BC-B182BE1A792F}"/>
              </a:ext>
            </a:extLst>
          </p:cNvPr>
          <p:cNvSpPr/>
          <p:nvPr userDrawn="1"/>
        </p:nvSpPr>
        <p:spPr>
          <a:xfrm>
            <a:off x="-25400" y="0"/>
            <a:ext cx="12192000" cy="681037"/>
          </a:xfrm>
          <a:prstGeom prst="round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5942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D6BE8-C58A-4F2F-90E8-9E0949F13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697353-DD2F-47CC-9D1D-9D9E36CDF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BDC53-8DCB-4376-93AD-20E9EB930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B6C22-5CD1-4818-8F73-838C1F845E5E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E85115-C1AE-4297-9081-9F2AC703B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31257-6013-435F-A1D9-7AB1CB62A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205F70-A280-4B09-8E75-C73C61F7D0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5796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54BCB-079D-4B15-8589-6C4CF560A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4748D-1993-4F20-B7AE-23210C5E0E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EC2F51-3DBD-439A-BA6E-E4FCC070EF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AFC3E9-9DA0-4682-995C-B467EEE9A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BF2F5-D1AE-4DC5-BEA7-E8B05EAA019E}" type="datetime1">
              <a:rPr lang="en-GB" smtClean="0"/>
              <a:t>08/03/2026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58B40-D52C-4235-9C8E-657224F6A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986C07-897C-49D3-AA32-C1658B68D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205F70-A280-4B09-8E75-C73C61F7D0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54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8D256-8C74-4310-BD7C-47019F3BD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B23029-1121-455D-A4CD-8196DE61A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7D5D1A-BAD1-4846-AB51-5CEE80697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81D7D8-6F00-419F-BCE1-8F442488D3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429BE6-52D4-45F5-A379-6B326C3DE0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5AB19A-4ABC-41E0-BC2B-7C24B29E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D3818-7124-4FC6-98B2-94672EDDA8FE}" type="datetime1">
              <a:rPr lang="en-GB" smtClean="0"/>
              <a:t>08/03/2026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C5F185-F627-4D56-9DEF-A1DA1939F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D916CD-44F7-4D5F-8358-AFDFB46B8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205F70-A280-4B09-8E75-C73C61F7D0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5728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E1993-85A4-4FFC-AFEF-18CB120A9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2F23DC-D262-447D-923D-6DF32A800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60D5-D534-4CD5-B9E1-200C95C1BCAC}" type="datetime1">
              <a:rPr lang="en-GB" smtClean="0"/>
              <a:t>08/03/2026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6ABA02-004F-4A1B-A256-000182FBC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FA446-0DDA-44DC-946D-38D51725E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205F70-A280-4B09-8E75-C73C61F7D0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07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817FB4-36B9-4B3E-892F-AD5D1102B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22E076-9450-4561-A05B-35109568E438}" type="datetime1">
              <a:rPr lang="en-GB" smtClean="0"/>
              <a:t>08/03/2026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CB70E6-703A-40C3-8912-36630DABD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05C7E8-448A-4061-9780-7C4DD8673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205F70-A280-4B09-8E75-C73C61F7D0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8380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18419-07EC-4BB7-8DA1-494D5B8112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D5FEF-F5F3-4B64-86FC-12EC948C8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633C46-CF0D-49EF-9E66-B6B2A00432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2D56EE-5818-45DF-B43B-257264FB8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045DE-8203-46F7-8BC0-80229618DF21}" type="datetime1">
              <a:rPr lang="en-GB" smtClean="0"/>
              <a:t>08/03/2026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3DC5B9-1D9C-45EA-86C6-49C1EDCF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7C4711-B254-4159-A170-926E584A5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205F70-A280-4B09-8E75-C73C61F7D0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9021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0BB5F-532E-4811-8C99-EB8620ED8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835BB1-0E17-4085-B271-1BC45245A0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A11B23-9D8E-4699-9BA7-3C76B23770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2C7B7-4013-4AFB-9FC9-10901E882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ED227-70F5-478D-AF8C-D0584F39EAA5}" type="datetime1">
              <a:rPr lang="en-GB" smtClean="0"/>
              <a:t>08/03/2026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08920A-1EC8-4B0B-A1D6-DF4E1C5F8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D7667-7437-4ACB-A7B9-3B08FD5FB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205F70-A280-4B09-8E75-C73C61F7D0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272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3D48F-F87B-4A6A-B050-9742053E5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ADECFE-3AA5-45DE-8200-8E79CEF553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F99ACE-38C3-4882-B82B-9B4640D76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4657F-D93C-434F-BDD2-00B99CBD7E91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43F97-F344-4EF7-BC31-A4DEFAE27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0A919-81C8-47A4-93DA-FECBACBD1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205F70-A280-4B09-8E75-C73C61F7D0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10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3BEAF1F-5821-4C02-B106-1B3EBF5F22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0485C4-CC01-467A-B530-DD4EEA723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34F6E1-9D02-40B8-A331-8F3752C01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170CC8-3CB0-4F87-ADF7-D650E13DFBBB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8870C-49F8-4FCC-AE4F-0C30E20B8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DCB64-9105-43F2-956B-8625514A2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205F70-A280-4B09-8E75-C73C61F7D0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26705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20A1AA-B3A7-4D88-B32E-1CF0FC2D5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DCEDEB-4995-4F4D-9051-3050AD84DB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774B3-D16E-4E6B-9F47-B5C20F6B68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60A5DB-2F7E-47B4-A29D-0B09160ED1A6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C2CC8D-A15C-4AD3-9007-B1EB7773BF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77C507-9AFE-4BE2-88A7-F2889DBC31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205F70-A280-4B09-8E75-C73C61F7D0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2593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slide" Target="slide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B0A06-E7E6-43E0-B508-298F7D7CBC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6B532A-AF9E-4EFE-84CA-8BCC67C931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15B6F0-4629-41FA-8080-F29911C3A84C}"/>
              </a:ext>
            </a:extLst>
          </p:cNvPr>
          <p:cNvSpPr txBox="1"/>
          <p:nvPr/>
        </p:nvSpPr>
        <p:spPr>
          <a:xfrm>
            <a:off x="2543175" y="628650"/>
            <a:ext cx="777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ln>
                  <a:solidFill>
                    <a:srgbClr val="FFC000"/>
                  </a:solidFill>
                </a:ln>
                <a:solidFill>
                  <a:schemeClr val="accent5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KINH TẾ - XÃ HỘI QUÝ II </a:t>
            </a:r>
          </a:p>
          <a:p>
            <a:pPr algn="ctr"/>
            <a:r>
              <a:rPr lang="en-GB" sz="3600" b="1" dirty="0">
                <a:ln>
                  <a:solidFill>
                    <a:srgbClr val="FFC000"/>
                  </a:solidFill>
                </a:ln>
                <a:solidFill>
                  <a:schemeClr val="accent5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VÀ 6 THÁNG ĐẦU NĂM 2025</a:t>
            </a:r>
          </a:p>
        </p:txBody>
      </p:sp>
      <p:pic>
        <p:nvPicPr>
          <p:cNvPr id="7" name="Picture 6">
            <a:hlinkClick r:id="rId2" action="ppaction://hlinksldjump"/>
            <a:extLst>
              <a:ext uri="{FF2B5EF4-FFF2-40B4-BE49-F238E27FC236}">
                <a16:creationId xmlns:a16="http://schemas.microsoft.com/office/drawing/2014/main" id="{25CE9740-9299-4ED4-96ED-9CB64D8351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3175" y="1469735"/>
            <a:ext cx="6817652" cy="4265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48516458"/>
      </p:ext>
    </p:extLst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CEC2B00-1AFC-4FCF-B000-AF6723D51126}"/>
              </a:ext>
            </a:extLst>
          </p:cNvPr>
          <p:cNvSpPr txBox="1"/>
          <p:nvPr/>
        </p:nvSpPr>
        <p:spPr>
          <a:xfrm>
            <a:off x="349135" y="103515"/>
            <a:ext cx="114050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ln>
                  <a:solidFill>
                    <a:srgbClr val="FFC000"/>
                  </a:solidFill>
                </a:ln>
                <a:solidFill>
                  <a:schemeClr val="accent5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TÌNH HÌNH KINH TẾ 6 THÁNG ĐẦU NĂM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82A0-309B-421B-BB27-41B7B6EF3625}"/>
              </a:ext>
            </a:extLst>
          </p:cNvPr>
          <p:cNvSpPr txBox="1"/>
          <p:nvPr/>
        </p:nvSpPr>
        <p:spPr>
          <a:xfrm>
            <a:off x="590203" y="1506383"/>
            <a:ext cx="1092292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anose="05000000000000000000" pitchFamily="2" charset="2"/>
              <a:buChar char="ü"/>
            </a:pPr>
            <a:r>
              <a:rPr lang="vi-VN" sz="2800" b="1" dirty="0">
                <a:latin typeface="+mj-lt"/>
              </a:rPr>
              <a:t>Trong bối cảnh kinh tế thế giới đối mặt với vô vàn bất ổn và có xu hướng suy giảm, kinh tế Việt Nam 6 tháng đầu năm 2025 đã đạt được những kết quả tích cực với tốc độ tăng trưởng GDP 6 tháng đạt 7,52%, mức cao nhất trong giai đoạn 2011–2025…</a:t>
            </a:r>
            <a:endParaRPr lang="en-GB" sz="2800" dirty="0">
              <a:latin typeface="+mj-lt"/>
            </a:endParaRPr>
          </a:p>
          <a:p>
            <a:pPr marL="457200" indent="-457200" algn="just">
              <a:buFont typeface="Wingdings" panose="05000000000000000000" pitchFamily="2" charset="2"/>
              <a:buChar char="ü"/>
            </a:pPr>
            <a:r>
              <a:rPr lang="vi-VN" sz="2800" b="1" dirty="0">
                <a:latin typeface="+mj-lt"/>
              </a:rPr>
              <a:t> Mức cao nhất kể từ năm 2011, vốn FDI thực hiện đạt 11,72 tỷ USD – cao nhất trong 5 năm, thu ngân sách tăng hơn 28%, khách quốc tế đạt 10,7 triệu lượt.</a:t>
            </a:r>
            <a:endParaRPr lang="vi-VN" sz="2800" dirty="0">
              <a:latin typeface="+mj-lt"/>
            </a:endParaRPr>
          </a:p>
          <a:p>
            <a:pPr marL="457200" indent="-457200" algn="just">
              <a:buFont typeface="Wingdings" panose="05000000000000000000" pitchFamily="2" charset="2"/>
              <a:buChar char="ü"/>
            </a:pP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480856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977883F-EA1B-4C9D-A021-4782A3CF7F2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3910537"/>
              </p:ext>
            </p:extLst>
          </p:nvPr>
        </p:nvGraphicFramePr>
        <p:xfrm>
          <a:off x="838200" y="798022"/>
          <a:ext cx="10515600" cy="53789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0706ED2-B3E0-411E-95C6-D48EC0279905}"/>
              </a:ext>
            </a:extLst>
          </p:cNvPr>
          <p:cNvSpPr txBox="1"/>
          <p:nvPr/>
        </p:nvSpPr>
        <p:spPr>
          <a:xfrm>
            <a:off x="349135" y="103515"/>
            <a:ext cx="114050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ln>
                  <a:solidFill>
                    <a:srgbClr val="FFC000"/>
                  </a:solidFill>
                </a:ln>
                <a:solidFill>
                  <a:schemeClr val="accent5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ĐIỂM NỔI BẬT 6 THÁNG ĐẦU NĂM</a:t>
            </a:r>
          </a:p>
        </p:txBody>
      </p:sp>
      <p:sp>
        <p:nvSpPr>
          <p:cNvPr id="6" name="Arrow: Left 5">
            <a:hlinkClick r:id="rId7" action="ppaction://hlinksldjump"/>
            <a:extLst>
              <a:ext uri="{FF2B5EF4-FFF2-40B4-BE49-F238E27FC236}">
                <a16:creationId xmlns:a16="http://schemas.microsoft.com/office/drawing/2014/main" id="{1286EC57-9B95-4007-A633-E431C0003FC2}"/>
              </a:ext>
            </a:extLst>
          </p:cNvPr>
          <p:cNvSpPr/>
          <p:nvPr/>
        </p:nvSpPr>
        <p:spPr>
          <a:xfrm>
            <a:off x="4478482" y="6525491"/>
            <a:ext cx="893618" cy="228994"/>
          </a:xfrm>
          <a:prstGeom prst="left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0234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F4252FF-3FF0-4DB2-8FA5-FDD3B01EE1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graphicEl>
                                              <a:dgm id="{0F4252FF-3FF0-4DB2-8FA5-FDD3B01EE14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graphicEl>
                                              <a:dgm id="{0F4252FF-3FF0-4DB2-8FA5-FDD3B01EE1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graphicEl>
                                              <a:dgm id="{0F4252FF-3FF0-4DB2-8FA5-FDD3B01EE1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7BAD74A-D10F-4F56-920C-3DBBA9A8DDA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graphicEl>
                                              <a:dgm id="{D7BAD74A-D10F-4F56-920C-3DBBA9A8DDA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graphicEl>
                                              <a:dgm id="{D7BAD74A-D10F-4F56-920C-3DBBA9A8DDA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graphicEl>
                                              <a:dgm id="{D7BAD74A-D10F-4F56-920C-3DBBA9A8DDA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49B2D4B6-0658-44C8-B2C5-B68C7F79566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5">
                                            <p:graphicEl>
                                              <a:dgm id="{49B2D4B6-0658-44C8-B2C5-B68C7F79566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graphicEl>
                                              <a:dgm id="{49B2D4B6-0658-44C8-B2C5-B68C7F79566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>
                                            <p:graphicEl>
                                              <a:dgm id="{49B2D4B6-0658-44C8-B2C5-B68C7F79566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FF8C718-C114-45FB-A4A7-9425AB08C3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5">
                                            <p:graphicEl>
                                              <a:dgm id="{7FF8C718-C114-45FB-A4A7-9425AB08C3E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graphicEl>
                                              <a:dgm id="{7FF8C718-C114-45FB-A4A7-9425AB08C3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">
                                            <p:graphicEl>
                                              <a:dgm id="{7FF8C718-C114-45FB-A4A7-9425AB08C3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8205C03-8354-40E3-A24E-CEACC6AAD38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5">
                                            <p:graphicEl>
                                              <a:dgm id="{F8205C03-8354-40E3-A24E-CEACC6AAD38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graphicEl>
                                              <a:dgm id="{F8205C03-8354-40E3-A24E-CEACC6AAD38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5">
                                            <p:graphicEl>
                                              <a:dgm id="{F8205C03-8354-40E3-A24E-CEACC6AAD38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B0D82C3-809F-4ECB-8CB9-63694838189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">
                                            <p:graphicEl>
                                              <a:dgm id="{9B0D82C3-809F-4ECB-8CB9-63694838189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">
                                            <p:graphicEl>
                                              <a:dgm id="{9B0D82C3-809F-4ECB-8CB9-63694838189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>
                                            <p:graphicEl>
                                              <a:dgm id="{9B0D82C3-809F-4ECB-8CB9-63694838189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0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4A834498-E683-4F4E-B70A-A0FEAB600D7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>
                                            <p:graphicEl>
                                              <a:dgm id="{4A834498-E683-4F4E-B70A-A0FEAB600D7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>
                                            <p:graphicEl>
                                              <a:dgm id="{4A834498-E683-4F4E-B70A-A0FEAB600D7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5">
                                            <p:graphicEl>
                                              <a:dgm id="{4A834498-E683-4F4E-B70A-A0FEAB600D7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A9F0A69-3DA1-4E79-A1C8-885C6C55F4E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5">
                                            <p:graphicEl>
                                              <a:dgm id="{6A9F0A69-3DA1-4E79-A1C8-885C6C55F4E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5">
                                            <p:graphicEl>
                                              <a:dgm id="{6A9F0A69-3DA1-4E79-A1C8-885C6C55F4E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5">
                                            <p:graphicEl>
                                              <a:dgm id="{6A9F0A69-3DA1-4E79-A1C8-885C6C55F4E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000"/>
                            </p:stCondLst>
                            <p:childTnLst>
                              <p:par>
                                <p:cTn id="4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81D6CC9B-D5BF-4B02-A6B1-9C977A83D0F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5">
                                            <p:graphicEl>
                                              <a:dgm id="{81D6CC9B-D5BF-4B02-A6B1-9C977A83D0F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5">
                                            <p:graphicEl>
                                              <a:dgm id="{81D6CC9B-D5BF-4B02-A6B1-9C977A83D0F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5">
                                            <p:graphicEl>
                                              <a:dgm id="{81D6CC9B-D5BF-4B02-A6B1-9C977A83D0F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A71886B-B31C-4345-97A7-B067E2023C2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5">
                                            <p:graphicEl>
                                              <a:dgm id="{DA71886B-B31C-4345-97A7-B067E2023C2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5">
                                            <p:graphicEl>
                                              <a:dgm id="{DA71886B-B31C-4345-97A7-B067E2023C2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>
                                            <p:graphicEl>
                                              <a:dgm id="{DA71886B-B31C-4345-97A7-B067E2023C2D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0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0662F3F-BE86-4944-98BF-79A889557E1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5">
                                            <p:graphicEl>
                                              <a:dgm id="{60662F3F-BE86-4944-98BF-79A889557E1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5">
                                            <p:graphicEl>
                                              <a:dgm id="{60662F3F-BE86-4944-98BF-79A889557E1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5">
                                            <p:graphicEl>
                                              <a:dgm id="{60662F3F-BE86-4944-98BF-79A889557E1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4260632-11BF-462D-93B2-0DDED49E38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5">
                                            <p:graphicEl>
                                              <a:dgm id="{D4260632-11BF-462D-93B2-0DDED49E38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5">
                                            <p:graphicEl>
                                              <a:dgm id="{D4260632-11BF-462D-93B2-0DDED49E38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>
                                            <p:graphicEl>
                                              <a:dgm id="{D4260632-11BF-462D-93B2-0DDED49E38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AE7A23-F9C9-4BE5-8EBA-61495451DB2C}"/>
              </a:ext>
            </a:extLst>
          </p:cNvPr>
          <p:cNvSpPr txBox="1"/>
          <p:nvPr/>
        </p:nvSpPr>
        <p:spPr>
          <a:xfrm>
            <a:off x="349135" y="103515"/>
            <a:ext cx="114050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ln>
                  <a:solidFill>
                    <a:srgbClr val="FFC000"/>
                  </a:solidFill>
                </a:ln>
                <a:solidFill>
                  <a:schemeClr val="accent5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GDP 6 THÁNG ĐẦU NĂM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CFCA741-16C3-4CE2-9736-61FBC59773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1640888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35149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C6A5-025B-4AA1-8C6A-CB63FEAA10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383135"/>
          </a:xfrm>
        </p:spPr>
        <p:txBody>
          <a:bodyPr>
            <a:prstTxWarp prst="textCurveUp">
              <a:avLst/>
            </a:prstTxWarp>
          </a:bodyPr>
          <a:lstStyle/>
          <a:p>
            <a:r>
              <a:rPr lang="en-GB" b="1" dirty="0">
                <a:ln>
                  <a:solidFill>
                    <a:srgbClr val="00B0F0"/>
                  </a:solidFill>
                </a:ln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Thank you!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BCA7F-E274-4979-9230-9319FCA9EC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98895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156</Words>
  <Application>Microsoft Office PowerPoint</Application>
  <PresentationFormat>Widescreen</PresentationFormat>
  <Paragraphs>14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NGUYEN THANH TRUNG</dc:creator>
  <cp:lastModifiedBy>Administrator</cp:lastModifiedBy>
  <cp:revision>13</cp:revision>
  <dcterms:created xsi:type="dcterms:W3CDTF">2025-11-20T03:50:37Z</dcterms:created>
  <dcterms:modified xsi:type="dcterms:W3CDTF">2026-03-08T00:41:09Z</dcterms:modified>
</cp:coreProperties>
</file>