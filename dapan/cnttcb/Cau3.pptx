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explosion val="15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7B5-41B2-97C4-1AEE583E35E6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6E64-4357-880F-7C4969C0B15A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6E64-4357-880F-7C4969C0B15A}"/>
              </c:ext>
            </c:extLst>
          </c:dPt>
          <c:dPt>
            <c:idx val="3"/>
            <c:bubble3D val="0"/>
            <c:explosion val="13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7B5-41B2-97C4-1AEE583E35E6}"/>
              </c:ext>
            </c:extLst>
          </c:dPt>
          <c:dPt>
            <c:idx val="4"/>
            <c:bubble3D val="0"/>
            <c:explosion val="24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2-07B5-41B2-97C4-1AEE583E35E6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>
                <c15:layout/>
              </c:ext>
            </c:extLst>
          </c:dLbls>
          <c:cat>
            <c:strRef>
              <c:f>Sheet1!$A$2:$A$6</c:f>
              <c:strCache>
                <c:ptCount val="5"/>
                <c:pt idx="0">
                  <c:v>Luôn ưu tiên</c:v>
                </c:pt>
                <c:pt idx="1">
                  <c:v>Đáp ứng trung bình</c:v>
                </c:pt>
                <c:pt idx="2">
                  <c:v>Hoàn toàn không</c:v>
                </c:pt>
                <c:pt idx="3">
                  <c:v>Có nhưng không đủ</c:v>
                </c:pt>
                <c:pt idx="4">
                  <c:v>Có tương đối</c:v>
                </c:pt>
              </c:strCache>
            </c:strRef>
          </c:cat>
          <c:val>
            <c:numRef>
              <c:f>Sheet1!$B$2:$B$6</c:f>
              <c:numCache>
                <c:formatCode>0%</c:formatCode>
                <c:ptCount val="5"/>
                <c:pt idx="0">
                  <c:v>0.1</c:v>
                </c:pt>
                <c:pt idx="1">
                  <c:v>0.2</c:v>
                </c:pt>
                <c:pt idx="2">
                  <c:v>0.2</c:v>
                </c:pt>
                <c:pt idx="3">
                  <c:v>0.43</c:v>
                </c:pt>
                <c:pt idx="4">
                  <c:v>7.0000000000000007E-2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7B5-41B2-97C4-1AEE583E35E6}"/>
            </c:ext>
          </c:extLst>
        </c:ser>
        <c:dLbls>
          <c:dLblPos val="ctr"/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75059977557153168"/>
          <c:y val="0.25439209732730483"/>
          <c:w val="0.15822064361520027"/>
          <c:h val="0.42747587064024906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5783DF8-2362-480E-A230-52B38F16CBA3}" type="doc">
      <dgm:prSet loTypeId="urn:microsoft.com/office/officeart/2005/8/layout/list1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4530BA23-857A-4570-B6B3-8E6B66C92DCE}">
      <dgm:prSet phldrT="[Text]"/>
      <dgm:spPr/>
      <dgm:t>
        <a:bodyPr/>
        <a:lstStyle/>
        <a:p>
          <a:r>
            <a:rPr lang="en-US" dirty="0" err="1" smtClean="0"/>
            <a:t>Xác</a:t>
          </a:r>
          <a:r>
            <a:rPr lang="en-US" dirty="0" smtClean="0"/>
            <a:t> </a:t>
          </a:r>
          <a:r>
            <a:rPr lang="en-US" dirty="0" err="1" smtClean="0"/>
            <a:t>định</a:t>
          </a:r>
          <a:r>
            <a:rPr lang="en-US" dirty="0" smtClean="0"/>
            <a:t> </a:t>
          </a:r>
          <a:r>
            <a:rPr lang="en-US" dirty="0" err="1" smtClean="0"/>
            <a:t>mục</a:t>
          </a:r>
          <a:r>
            <a:rPr lang="en-US" dirty="0" smtClean="0"/>
            <a:t> </a:t>
          </a:r>
          <a:r>
            <a:rPr lang="en-US" dirty="0" err="1" smtClean="0"/>
            <a:t>tiêu</a:t>
          </a:r>
          <a:r>
            <a:rPr lang="en-US" dirty="0" smtClean="0"/>
            <a:t>, </a:t>
          </a:r>
          <a:r>
            <a:rPr lang="en-US" dirty="0" err="1" smtClean="0"/>
            <a:t>định</a:t>
          </a:r>
          <a:r>
            <a:rPr lang="en-US" dirty="0" smtClean="0"/>
            <a:t> </a:t>
          </a:r>
          <a:r>
            <a:rPr lang="en-US" dirty="0" err="1" smtClean="0"/>
            <a:t>hướng</a:t>
          </a:r>
          <a:r>
            <a:rPr lang="en-US" dirty="0" smtClean="0"/>
            <a:t> </a:t>
          </a:r>
          <a:r>
            <a:rPr lang="en-US" dirty="0" err="1" smtClean="0"/>
            <a:t>và</a:t>
          </a:r>
          <a:r>
            <a:rPr lang="en-US" dirty="0" smtClean="0"/>
            <a:t> </a:t>
          </a:r>
          <a:r>
            <a:rPr lang="en-US" dirty="0" err="1" smtClean="0"/>
            <a:t>chiến</a:t>
          </a:r>
          <a:r>
            <a:rPr lang="en-US" dirty="0" smtClean="0"/>
            <a:t> </a:t>
          </a:r>
          <a:r>
            <a:rPr lang="en-US" dirty="0" err="1" smtClean="0"/>
            <a:t>lược</a:t>
          </a:r>
          <a:r>
            <a:rPr lang="en-US" dirty="0" smtClean="0"/>
            <a:t> </a:t>
          </a:r>
          <a:r>
            <a:rPr lang="en-US" dirty="0" err="1" smtClean="0"/>
            <a:t>số</a:t>
          </a:r>
          <a:endParaRPr lang="en-US" dirty="0"/>
        </a:p>
      </dgm:t>
    </dgm:pt>
    <dgm:pt modelId="{C66E1983-ED97-4957-8239-8E9DE324E13F}" type="parTrans" cxnId="{1DCD9F48-5CDE-4E15-8029-7AACB94D4E52}">
      <dgm:prSet/>
      <dgm:spPr/>
      <dgm:t>
        <a:bodyPr/>
        <a:lstStyle/>
        <a:p>
          <a:endParaRPr lang="en-US"/>
        </a:p>
      </dgm:t>
    </dgm:pt>
    <dgm:pt modelId="{7D69617C-DABB-41BB-87AD-F589BFBDD8E7}" type="sibTrans" cxnId="{1DCD9F48-5CDE-4E15-8029-7AACB94D4E52}">
      <dgm:prSet/>
      <dgm:spPr/>
      <dgm:t>
        <a:bodyPr/>
        <a:lstStyle/>
        <a:p>
          <a:endParaRPr lang="en-US"/>
        </a:p>
      </dgm:t>
    </dgm:pt>
    <dgm:pt modelId="{0FEE4989-63ED-44F0-9F3D-292722E1D0DD}">
      <dgm:prSet phldrT="[Text]"/>
      <dgm:spPr/>
      <dgm:t>
        <a:bodyPr/>
        <a:lstStyle/>
        <a:p>
          <a:r>
            <a:rPr lang="en-US" dirty="0" err="1" smtClean="0"/>
            <a:t>Đánh</a:t>
          </a:r>
          <a:r>
            <a:rPr lang="en-US" dirty="0" smtClean="0"/>
            <a:t> </a:t>
          </a:r>
          <a:r>
            <a:rPr lang="en-US" dirty="0" err="1" smtClean="0"/>
            <a:t>giá</a:t>
          </a:r>
          <a:r>
            <a:rPr lang="en-US" dirty="0" smtClean="0"/>
            <a:t> </a:t>
          </a:r>
          <a:r>
            <a:rPr lang="en-US" dirty="0" err="1" smtClean="0"/>
            <a:t>diện</a:t>
          </a:r>
          <a:r>
            <a:rPr lang="en-US" dirty="0" smtClean="0"/>
            <a:t> </a:t>
          </a:r>
          <a:r>
            <a:rPr lang="en-US" dirty="0" err="1" smtClean="0"/>
            <a:t>trạng</a:t>
          </a:r>
          <a:r>
            <a:rPr lang="en-US" dirty="0" smtClean="0"/>
            <a:t> </a:t>
          </a:r>
          <a:r>
            <a:rPr lang="en-US" dirty="0" err="1" smtClean="0"/>
            <a:t>và</a:t>
          </a:r>
          <a:r>
            <a:rPr lang="en-US" dirty="0" smtClean="0"/>
            <a:t> </a:t>
          </a:r>
          <a:r>
            <a:rPr lang="en-US" dirty="0" err="1" smtClean="0"/>
            <a:t>tìm</a:t>
          </a:r>
          <a:r>
            <a:rPr lang="en-US" dirty="0" smtClean="0"/>
            <a:t> </a:t>
          </a:r>
          <a:r>
            <a:rPr lang="en-US" dirty="0" err="1" smtClean="0"/>
            <a:t>ra</a:t>
          </a:r>
          <a:r>
            <a:rPr lang="en-US" dirty="0" smtClean="0"/>
            <a:t> </a:t>
          </a:r>
          <a:r>
            <a:rPr lang="en-US" dirty="0" err="1" smtClean="0"/>
            <a:t>các</a:t>
          </a:r>
          <a:r>
            <a:rPr lang="en-US" dirty="0" smtClean="0"/>
            <a:t> </a:t>
          </a:r>
          <a:r>
            <a:rPr lang="en-US" dirty="0" err="1" smtClean="0"/>
            <a:t>điểm</a:t>
          </a:r>
          <a:r>
            <a:rPr lang="en-US" dirty="0" smtClean="0"/>
            <a:t> </a:t>
          </a:r>
          <a:r>
            <a:rPr lang="en-US" dirty="0" err="1" smtClean="0"/>
            <a:t>nhức</a:t>
          </a:r>
          <a:r>
            <a:rPr lang="en-US" dirty="0" smtClean="0"/>
            <a:t> </a:t>
          </a:r>
          <a:r>
            <a:rPr lang="en-US" dirty="0" err="1" smtClean="0"/>
            <a:t>nhối</a:t>
          </a:r>
          <a:endParaRPr lang="en-US" dirty="0"/>
        </a:p>
      </dgm:t>
    </dgm:pt>
    <dgm:pt modelId="{F7C1DF6B-714F-4AB5-BFD4-32A832FFAA1E}" type="parTrans" cxnId="{9EC76633-D506-4D8D-84B3-E6801B123B16}">
      <dgm:prSet/>
      <dgm:spPr/>
      <dgm:t>
        <a:bodyPr/>
        <a:lstStyle/>
        <a:p>
          <a:endParaRPr lang="en-US"/>
        </a:p>
      </dgm:t>
    </dgm:pt>
    <dgm:pt modelId="{6812A11E-9D69-4A4B-9924-1C7E303CCDD6}" type="sibTrans" cxnId="{9EC76633-D506-4D8D-84B3-E6801B123B16}">
      <dgm:prSet/>
      <dgm:spPr/>
      <dgm:t>
        <a:bodyPr/>
        <a:lstStyle/>
        <a:p>
          <a:endParaRPr lang="en-US"/>
        </a:p>
      </dgm:t>
    </dgm:pt>
    <dgm:pt modelId="{FD20E7D3-B8B4-4F2F-9B81-745D517AA5E9}">
      <dgm:prSet phldrT="[Text]"/>
      <dgm:spPr/>
      <dgm:t>
        <a:bodyPr/>
        <a:lstStyle/>
        <a:p>
          <a:r>
            <a:rPr lang="en-US" dirty="0" err="1" smtClean="0"/>
            <a:t>Xây</a:t>
          </a:r>
          <a:r>
            <a:rPr lang="en-US" dirty="0" smtClean="0"/>
            <a:t> </a:t>
          </a:r>
          <a:r>
            <a:rPr lang="en-US" dirty="0" err="1" smtClean="0"/>
            <a:t>dựng</a:t>
          </a:r>
          <a:r>
            <a:rPr lang="en-US" dirty="0" smtClean="0"/>
            <a:t> </a:t>
          </a:r>
          <a:r>
            <a:rPr lang="en-US" dirty="0" err="1" smtClean="0"/>
            <a:t>lộ</a:t>
          </a:r>
          <a:r>
            <a:rPr lang="en-US" dirty="0" smtClean="0"/>
            <a:t> </a:t>
          </a:r>
          <a:r>
            <a:rPr lang="en-US" dirty="0" err="1" smtClean="0"/>
            <a:t>trình</a:t>
          </a:r>
          <a:r>
            <a:rPr lang="en-US" dirty="0" smtClean="0"/>
            <a:t> </a:t>
          </a:r>
          <a:r>
            <a:rPr lang="en-US" dirty="0" err="1" smtClean="0"/>
            <a:t>chuyển</a:t>
          </a:r>
          <a:r>
            <a:rPr lang="en-US" dirty="0" smtClean="0"/>
            <a:t> </a:t>
          </a:r>
          <a:r>
            <a:rPr lang="en-US" dirty="0" err="1" smtClean="0"/>
            <a:t>đổi</a:t>
          </a:r>
          <a:r>
            <a:rPr lang="en-US" dirty="0" smtClean="0"/>
            <a:t> </a:t>
          </a:r>
          <a:r>
            <a:rPr lang="en-US" dirty="0" err="1" smtClean="0"/>
            <a:t>số</a:t>
          </a:r>
          <a:endParaRPr lang="en-US" dirty="0"/>
        </a:p>
      </dgm:t>
    </dgm:pt>
    <dgm:pt modelId="{E14BF531-7F4A-4735-8E03-660ED588E420}" type="parTrans" cxnId="{8DA9E382-D2A8-45A8-8BEB-96BCC861415D}">
      <dgm:prSet/>
      <dgm:spPr/>
      <dgm:t>
        <a:bodyPr/>
        <a:lstStyle/>
        <a:p>
          <a:endParaRPr lang="en-US"/>
        </a:p>
      </dgm:t>
    </dgm:pt>
    <dgm:pt modelId="{07F42B6D-905F-4CC2-9EFF-4D25AA80998F}" type="sibTrans" cxnId="{8DA9E382-D2A8-45A8-8BEB-96BCC861415D}">
      <dgm:prSet/>
      <dgm:spPr/>
      <dgm:t>
        <a:bodyPr/>
        <a:lstStyle/>
        <a:p>
          <a:endParaRPr lang="en-US"/>
        </a:p>
      </dgm:t>
    </dgm:pt>
    <dgm:pt modelId="{6452985B-97B7-46DB-947F-E079C97443AB}">
      <dgm:prSet phldrT="[Text]"/>
      <dgm:spPr/>
      <dgm:t>
        <a:bodyPr/>
        <a:lstStyle/>
        <a:p>
          <a:r>
            <a:rPr lang="en-US" dirty="0" err="1" smtClean="0"/>
            <a:t>Thực</a:t>
          </a:r>
          <a:r>
            <a:rPr lang="en-US" dirty="0" smtClean="0"/>
            <a:t> </a:t>
          </a:r>
          <a:r>
            <a:rPr lang="en-US" dirty="0" err="1" smtClean="0"/>
            <a:t>hiện</a:t>
          </a:r>
          <a:r>
            <a:rPr lang="en-US" dirty="0" smtClean="0"/>
            <a:t> </a:t>
          </a:r>
          <a:r>
            <a:rPr lang="en-US" dirty="0" err="1" smtClean="0"/>
            <a:t>triển</a:t>
          </a:r>
          <a:r>
            <a:rPr lang="en-US" dirty="0" smtClean="0"/>
            <a:t> </a:t>
          </a:r>
          <a:r>
            <a:rPr lang="en-US" dirty="0" err="1" smtClean="0"/>
            <a:t>khai</a:t>
          </a:r>
          <a:r>
            <a:rPr lang="en-US" dirty="0" smtClean="0"/>
            <a:t> </a:t>
          </a:r>
          <a:r>
            <a:rPr lang="en-US" dirty="0" err="1" smtClean="0"/>
            <a:t>theo</a:t>
          </a:r>
          <a:r>
            <a:rPr lang="en-US" dirty="0" smtClean="0"/>
            <a:t> look </a:t>
          </a:r>
          <a:r>
            <a:rPr lang="en-US" dirty="0" err="1" smtClean="0"/>
            <a:t>trình</a:t>
          </a:r>
          <a:r>
            <a:rPr lang="en-US" dirty="0" smtClean="0"/>
            <a:t> </a:t>
          </a:r>
          <a:r>
            <a:rPr lang="en-US" dirty="0" err="1" smtClean="0"/>
            <a:t>theo</a:t>
          </a:r>
          <a:r>
            <a:rPr lang="en-US" dirty="0" smtClean="0"/>
            <a:t> </a:t>
          </a:r>
          <a:r>
            <a:rPr lang="en-US" dirty="0" err="1" smtClean="0"/>
            <a:t>các</a:t>
          </a:r>
          <a:r>
            <a:rPr lang="en-US" dirty="0" smtClean="0"/>
            <a:t> KPI </a:t>
          </a:r>
          <a:r>
            <a:rPr lang="en-US" dirty="0" err="1" smtClean="0"/>
            <a:t>rõ</a:t>
          </a:r>
          <a:r>
            <a:rPr lang="en-US" dirty="0" smtClean="0"/>
            <a:t> rang</a:t>
          </a:r>
          <a:endParaRPr lang="en-US" dirty="0"/>
        </a:p>
      </dgm:t>
    </dgm:pt>
    <dgm:pt modelId="{9DD894D9-BAAE-4204-8997-73D31DA58E33}" type="parTrans" cxnId="{9FDAE504-9BF1-4ED2-B568-9298A6D1DE85}">
      <dgm:prSet/>
      <dgm:spPr/>
      <dgm:t>
        <a:bodyPr/>
        <a:lstStyle/>
        <a:p>
          <a:endParaRPr lang="en-US"/>
        </a:p>
      </dgm:t>
    </dgm:pt>
    <dgm:pt modelId="{FC712E51-8B18-4E80-A2F4-6F148D63D62C}" type="sibTrans" cxnId="{9FDAE504-9BF1-4ED2-B568-9298A6D1DE85}">
      <dgm:prSet/>
      <dgm:spPr/>
      <dgm:t>
        <a:bodyPr/>
        <a:lstStyle/>
        <a:p>
          <a:endParaRPr lang="en-US"/>
        </a:p>
      </dgm:t>
    </dgm:pt>
    <dgm:pt modelId="{6740D717-CF90-4E3E-85A1-B78860B69C80}">
      <dgm:prSet phldrT="[Text]"/>
      <dgm:spPr/>
      <dgm:t>
        <a:bodyPr/>
        <a:lstStyle/>
        <a:p>
          <a:r>
            <a:rPr lang="en-US" dirty="0" err="1" smtClean="0"/>
            <a:t>Đánh</a:t>
          </a:r>
          <a:r>
            <a:rPr lang="en-US" dirty="0" smtClean="0"/>
            <a:t> </a:t>
          </a:r>
          <a:r>
            <a:rPr lang="en-US" dirty="0" err="1" smtClean="0"/>
            <a:t>giá</a:t>
          </a:r>
          <a:r>
            <a:rPr lang="en-US" dirty="0" smtClean="0"/>
            <a:t> </a:t>
          </a:r>
          <a:r>
            <a:rPr lang="en-US" dirty="0" err="1" smtClean="0"/>
            <a:t>và</a:t>
          </a:r>
          <a:r>
            <a:rPr lang="en-US" dirty="0" smtClean="0"/>
            <a:t> </a:t>
          </a:r>
          <a:r>
            <a:rPr lang="en-US" dirty="0" err="1" smtClean="0"/>
            <a:t>xác</a:t>
          </a:r>
          <a:r>
            <a:rPr lang="en-US" dirty="0" smtClean="0"/>
            <a:t> </a:t>
          </a:r>
          <a:r>
            <a:rPr lang="en-US" dirty="0" err="1" smtClean="0"/>
            <a:t>nhận</a:t>
          </a:r>
          <a:r>
            <a:rPr lang="en-US" dirty="0" smtClean="0"/>
            <a:t> </a:t>
          </a:r>
          <a:r>
            <a:rPr lang="en-US" dirty="0" err="1" smtClean="0"/>
            <a:t>kết</a:t>
          </a:r>
          <a:r>
            <a:rPr lang="en-US" dirty="0" smtClean="0"/>
            <a:t> </a:t>
          </a:r>
          <a:r>
            <a:rPr lang="en-US" dirty="0" err="1" smtClean="0"/>
            <a:t>quả</a:t>
          </a:r>
          <a:endParaRPr lang="en-US" dirty="0"/>
        </a:p>
      </dgm:t>
    </dgm:pt>
    <dgm:pt modelId="{306C1CCE-1CD5-4157-BA4F-FC1A1D6818F1}" type="parTrans" cxnId="{43F0740E-BE7F-42EE-9719-0B70DC10CBC1}">
      <dgm:prSet/>
      <dgm:spPr/>
      <dgm:t>
        <a:bodyPr/>
        <a:lstStyle/>
        <a:p>
          <a:endParaRPr lang="en-US"/>
        </a:p>
      </dgm:t>
    </dgm:pt>
    <dgm:pt modelId="{A76CE7EE-00B8-46F8-A491-2F8CD3B4BA4F}" type="sibTrans" cxnId="{43F0740E-BE7F-42EE-9719-0B70DC10CBC1}">
      <dgm:prSet/>
      <dgm:spPr/>
      <dgm:t>
        <a:bodyPr/>
        <a:lstStyle/>
        <a:p>
          <a:endParaRPr lang="en-US"/>
        </a:p>
      </dgm:t>
    </dgm:pt>
    <dgm:pt modelId="{F959D81C-1B1B-4785-8A0C-DDCDFF0D2B1F}">
      <dgm:prSet phldrT="[Text]"/>
      <dgm:spPr/>
      <dgm:t>
        <a:bodyPr/>
        <a:lstStyle/>
        <a:p>
          <a:r>
            <a:rPr lang="en-US" dirty="0" err="1" smtClean="0"/>
            <a:t>Báo</a:t>
          </a:r>
          <a:r>
            <a:rPr lang="en-US" dirty="0" smtClean="0"/>
            <a:t> </a:t>
          </a:r>
          <a:r>
            <a:rPr lang="en-US" dirty="0" err="1" smtClean="0"/>
            <a:t>các</a:t>
          </a:r>
          <a:r>
            <a:rPr lang="en-US" dirty="0" smtClean="0"/>
            <a:t> </a:t>
          </a:r>
          <a:r>
            <a:rPr lang="en-US" dirty="0" err="1" smtClean="0"/>
            <a:t>kết</a:t>
          </a:r>
          <a:r>
            <a:rPr lang="en-US" dirty="0" smtClean="0"/>
            <a:t> </a:t>
          </a:r>
          <a:r>
            <a:rPr lang="en-US" dirty="0" err="1" smtClean="0"/>
            <a:t>quả</a:t>
          </a:r>
          <a:r>
            <a:rPr lang="en-US" dirty="0" smtClean="0"/>
            <a:t> </a:t>
          </a:r>
          <a:r>
            <a:rPr lang="en-US" dirty="0" err="1" smtClean="0"/>
            <a:t>thực</a:t>
          </a:r>
          <a:r>
            <a:rPr lang="en-US" dirty="0" smtClean="0"/>
            <a:t> </a:t>
          </a:r>
          <a:r>
            <a:rPr lang="en-US" dirty="0" err="1" smtClean="0"/>
            <a:t>hiện</a:t>
          </a:r>
          <a:r>
            <a:rPr lang="en-US" dirty="0" smtClean="0"/>
            <a:t> </a:t>
          </a:r>
          <a:r>
            <a:rPr lang="en-US" dirty="0" err="1" smtClean="0"/>
            <a:t>và</a:t>
          </a:r>
          <a:r>
            <a:rPr lang="en-US" dirty="0" smtClean="0"/>
            <a:t> </a:t>
          </a:r>
          <a:r>
            <a:rPr lang="en-US" dirty="0" err="1" smtClean="0"/>
            <a:t>cải</a:t>
          </a:r>
          <a:r>
            <a:rPr lang="en-US" dirty="0" smtClean="0"/>
            <a:t> </a:t>
          </a:r>
          <a:r>
            <a:rPr lang="en-US" dirty="0" err="1" smtClean="0"/>
            <a:t>tiến</a:t>
          </a:r>
          <a:endParaRPr lang="en-US" dirty="0"/>
        </a:p>
      </dgm:t>
    </dgm:pt>
    <dgm:pt modelId="{115C9E8B-78BC-44A6-A8A9-C8367234B06A}" type="parTrans" cxnId="{2DE41697-AC39-4B4E-8F0D-0A30C02F8C58}">
      <dgm:prSet/>
      <dgm:spPr/>
      <dgm:t>
        <a:bodyPr/>
        <a:lstStyle/>
        <a:p>
          <a:endParaRPr lang="en-US"/>
        </a:p>
      </dgm:t>
    </dgm:pt>
    <dgm:pt modelId="{73FFA59E-4937-47DE-8398-039E02D13004}" type="sibTrans" cxnId="{2DE41697-AC39-4B4E-8F0D-0A30C02F8C58}">
      <dgm:prSet/>
      <dgm:spPr/>
      <dgm:t>
        <a:bodyPr/>
        <a:lstStyle/>
        <a:p>
          <a:endParaRPr lang="en-US"/>
        </a:p>
      </dgm:t>
    </dgm:pt>
    <dgm:pt modelId="{C3D1049E-9F91-40F5-875E-1529E5F86EDE}" type="pres">
      <dgm:prSet presAssocID="{75783DF8-2362-480E-A230-52B38F16CBA3}" presName="linear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5797837E-8982-4FA3-8F14-74E6C285BE90}" type="pres">
      <dgm:prSet presAssocID="{4530BA23-857A-4570-B6B3-8E6B66C92DCE}" presName="parentLin" presStyleCnt="0"/>
      <dgm:spPr/>
    </dgm:pt>
    <dgm:pt modelId="{75E84D1D-84E5-4E45-93EF-5F1544E222C5}" type="pres">
      <dgm:prSet presAssocID="{4530BA23-857A-4570-B6B3-8E6B66C92DCE}" presName="parentLeftMargin" presStyleLbl="node1" presStyleIdx="0" presStyleCnt="6"/>
      <dgm:spPr/>
      <dgm:t>
        <a:bodyPr/>
        <a:lstStyle/>
        <a:p>
          <a:endParaRPr lang="en-US"/>
        </a:p>
      </dgm:t>
    </dgm:pt>
    <dgm:pt modelId="{D9942C0F-AD27-4513-884B-55F6CE836DF0}" type="pres">
      <dgm:prSet presAssocID="{4530BA23-857A-4570-B6B3-8E6B66C92DCE}" presName="parentText" presStyleLbl="node1" presStyleIdx="0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1BCFF476-A38D-4156-B026-2BF6F83AE421}" type="pres">
      <dgm:prSet presAssocID="{4530BA23-857A-4570-B6B3-8E6B66C92DCE}" presName="negativeSpace" presStyleCnt="0"/>
      <dgm:spPr/>
    </dgm:pt>
    <dgm:pt modelId="{24B0E713-2C97-492B-BC67-E9541DF3BC78}" type="pres">
      <dgm:prSet presAssocID="{4530BA23-857A-4570-B6B3-8E6B66C92DCE}" presName="childText" presStyleLbl="conFgAcc1" presStyleIdx="0" presStyleCnt="6">
        <dgm:presLayoutVars>
          <dgm:bulletEnabled val="1"/>
        </dgm:presLayoutVars>
      </dgm:prSet>
      <dgm:spPr/>
    </dgm:pt>
    <dgm:pt modelId="{E217FB8E-7CE2-4CDE-BC19-FF2D2173CBB5}" type="pres">
      <dgm:prSet presAssocID="{7D69617C-DABB-41BB-87AD-F589BFBDD8E7}" presName="spaceBetweenRectangles" presStyleCnt="0"/>
      <dgm:spPr/>
    </dgm:pt>
    <dgm:pt modelId="{E9FFF8ED-6780-4EDE-8813-FBCCF35E04FA}" type="pres">
      <dgm:prSet presAssocID="{0FEE4989-63ED-44F0-9F3D-292722E1D0DD}" presName="parentLin" presStyleCnt="0"/>
      <dgm:spPr/>
    </dgm:pt>
    <dgm:pt modelId="{31FB80BF-6A49-4C13-AEEE-0163A3DBFA04}" type="pres">
      <dgm:prSet presAssocID="{0FEE4989-63ED-44F0-9F3D-292722E1D0DD}" presName="parentLeftMargin" presStyleLbl="node1" presStyleIdx="0" presStyleCnt="6"/>
      <dgm:spPr/>
      <dgm:t>
        <a:bodyPr/>
        <a:lstStyle/>
        <a:p>
          <a:endParaRPr lang="en-US"/>
        </a:p>
      </dgm:t>
    </dgm:pt>
    <dgm:pt modelId="{E2BE5FB9-8089-4E6C-8961-E1C6725912F7}" type="pres">
      <dgm:prSet presAssocID="{0FEE4989-63ED-44F0-9F3D-292722E1D0DD}" presName="parentText" presStyleLbl="node1" presStyleIdx="1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D6F2D68F-40C2-428A-B444-2A8C85813352}" type="pres">
      <dgm:prSet presAssocID="{0FEE4989-63ED-44F0-9F3D-292722E1D0DD}" presName="negativeSpace" presStyleCnt="0"/>
      <dgm:spPr/>
    </dgm:pt>
    <dgm:pt modelId="{37A9B330-2978-4ADB-97CA-6FE48437EC8D}" type="pres">
      <dgm:prSet presAssocID="{0FEE4989-63ED-44F0-9F3D-292722E1D0DD}" presName="childText" presStyleLbl="conFgAcc1" presStyleIdx="1" presStyleCnt="6">
        <dgm:presLayoutVars>
          <dgm:bulletEnabled val="1"/>
        </dgm:presLayoutVars>
      </dgm:prSet>
      <dgm:spPr/>
    </dgm:pt>
    <dgm:pt modelId="{2512A5B6-B7EB-41DC-A575-1253D667DE85}" type="pres">
      <dgm:prSet presAssocID="{6812A11E-9D69-4A4B-9924-1C7E303CCDD6}" presName="spaceBetweenRectangles" presStyleCnt="0"/>
      <dgm:spPr/>
    </dgm:pt>
    <dgm:pt modelId="{985B40C3-4764-43CB-ACE8-CF9416A67801}" type="pres">
      <dgm:prSet presAssocID="{FD20E7D3-B8B4-4F2F-9B81-745D517AA5E9}" presName="parentLin" presStyleCnt="0"/>
      <dgm:spPr/>
    </dgm:pt>
    <dgm:pt modelId="{58FE664D-EA5D-438F-8540-FBC476202590}" type="pres">
      <dgm:prSet presAssocID="{FD20E7D3-B8B4-4F2F-9B81-745D517AA5E9}" presName="parentLeftMargin" presStyleLbl="node1" presStyleIdx="1" presStyleCnt="6"/>
      <dgm:spPr/>
      <dgm:t>
        <a:bodyPr/>
        <a:lstStyle/>
        <a:p>
          <a:endParaRPr lang="en-US"/>
        </a:p>
      </dgm:t>
    </dgm:pt>
    <dgm:pt modelId="{028E02CE-7EE4-409D-ACFC-F14C31471A9A}" type="pres">
      <dgm:prSet presAssocID="{FD20E7D3-B8B4-4F2F-9B81-745D517AA5E9}" presName="parentText" presStyleLbl="node1" presStyleIdx="2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0DD24661-1DF3-4A10-BBD0-0153AC2FB614}" type="pres">
      <dgm:prSet presAssocID="{FD20E7D3-B8B4-4F2F-9B81-745D517AA5E9}" presName="negativeSpace" presStyleCnt="0"/>
      <dgm:spPr/>
    </dgm:pt>
    <dgm:pt modelId="{4DB86D21-D5C3-4954-B891-C36598A66573}" type="pres">
      <dgm:prSet presAssocID="{FD20E7D3-B8B4-4F2F-9B81-745D517AA5E9}" presName="childText" presStyleLbl="conFgAcc1" presStyleIdx="2" presStyleCnt="6">
        <dgm:presLayoutVars>
          <dgm:bulletEnabled val="1"/>
        </dgm:presLayoutVars>
      </dgm:prSet>
      <dgm:spPr/>
    </dgm:pt>
    <dgm:pt modelId="{6380BDCA-96B0-428A-9459-87112C33CB55}" type="pres">
      <dgm:prSet presAssocID="{07F42B6D-905F-4CC2-9EFF-4D25AA80998F}" presName="spaceBetweenRectangles" presStyleCnt="0"/>
      <dgm:spPr/>
    </dgm:pt>
    <dgm:pt modelId="{7A867D45-9716-43D8-AC1C-BD2173756B88}" type="pres">
      <dgm:prSet presAssocID="{6452985B-97B7-46DB-947F-E079C97443AB}" presName="parentLin" presStyleCnt="0"/>
      <dgm:spPr/>
    </dgm:pt>
    <dgm:pt modelId="{3708C927-DBFF-4EBF-984C-1635C034A8C0}" type="pres">
      <dgm:prSet presAssocID="{6452985B-97B7-46DB-947F-E079C97443AB}" presName="parentLeftMargin" presStyleLbl="node1" presStyleIdx="2" presStyleCnt="6"/>
      <dgm:spPr/>
      <dgm:t>
        <a:bodyPr/>
        <a:lstStyle/>
        <a:p>
          <a:endParaRPr lang="en-US"/>
        </a:p>
      </dgm:t>
    </dgm:pt>
    <dgm:pt modelId="{B6261909-AEF3-408D-A316-44907C664F4F}" type="pres">
      <dgm:prSet presAssocID="{6452985B-97B7-46DB-947F-E079C97443AB}" presName="parentText" presStyleLbl="node1" presStyleIdx="3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33E924F7-67CD-4226-93E3-C13EFF413ED4}" type="pres">
      <dgm:prSet presAssocID="{6452985B-97B7-46DB-947F-E079C97443AB}" presName="negativeSpace" presStyleCnt="0"/>
      <dgm:spPr/>
    </dgm:pt>
    <dgm:pt modelId="{DD38EDCB-80A0-4F86-A78C-49531C2AC7C2}" type="pres">
      <dgm:prSet presAssocID="{6452985B-97B7-46DB-947F-E079C97443AB}" presName="childText" presStyleLbl="conFgAcc1" presStyleIdx="3" presStyleCnt="6">
        <dgm:presLayoutVars>
          <dgm:bulletEnabled val="1"/>
        </dgm:presLayoutVars>
      </dgm:prSet>
      <dgm:spPr/>
    </dgm:pt>
    <dgm:pt modelId="{786D00D1-E940-4804-A93E-24122465C288}" type="pres">
      <dgm:prSet presAssocID="{FC712E51-8B18-4E80-A2F4-6F148D63D62C}" presName="spaceBetweenRectangles" presStyleCnt="0"/>
      <dgm:spPr/>
    </dgm:pt>
    <dgm:pt modelId="{5B2622EA-7214-4159-A4B0-BD1F77ADC446}" type="pres">
      <dgm:prSet presAssocID="{6740D717-CF90-4E3E-85A1-B78860B69C80}" presName="parentLin" presStyleCnt="0"/>
      <dgm:spPr/>
    </dgm:pt>
    <dgm:pt modelId="{80453C3F-2E4F-48A7-ACB9-0B936DD6615E}" type="pres">
      <dgm:prSet presAssocID="{6740D717-CF90-4E3E-85A1-B78860B69C80}" presName="parentLeftMargin" presStyleLbl="node1" presStyleIdx="3" presStyleCnt="6"/>
      <dgm:spPr/>
      <dgm:t>
        <a:bodyPr/>
        <a:lstStyle/>
        <a:p>
          <a:endParaRPr lang="en-US"/>
        </a:p>
      </dgm:t>
    </dgm:pt>
    <dgm:pt modelId="{58EAAB7D-ED07-4387-86A7-AA0FA44F8B59}" type="pres">
      <dgm:prSet presAssocID="{6740D717-CF90-4E3E-85A1-B78860B69C80}" presName="parentText" presStyleLbl="node1" presStyleIdx="4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0353A678-DCAF-4A35-AA0B-839AF58C404F}" type="pres">
      <dgm:prSet presAssocID="{6740D717-CF90-4E3E-85A1-B78860B69C80}" presName="negativeSpace" presStyleCnt="0"/>
      <dgm:spPr/>
    </dgm:pt>
    <dgm:pt modelId="{267B6E27-8FC9-4726-86C3-287BF0A2DC7E}" type="pres">
      <dgm:prSet presAssocID="{6740D717-CF90-4E3E-85A1-B78860B69C80}" presName="childText" presStyleLbl="conFgAcc1" presStyleIdx="4" presStyleCnt="6">
        <dgm:presLayoutVars>
          <dgm:bulletEnabled val="1"/>
        </dgm:presLayoutVars>
      </dgm:prSet>
      <dgm:spPr/>
    </dgm:pt>
    <dgm:pt modelId="{62CF4CF5-FD93-4860-ACAD-205B05EC8D8A}" type="pres">
      <dgm:prSet presAssocID="{A76CE7EE-00B8-46F8-A491-2F8CD3B4BA4F}" presName="spaceBetweenRectangles" presStyleCnt="0"/>
      <dgm:spPr/>
    </dgm:pt>
    <dgm:pt modelId="{3076C033-FB5C-40FA-AEC5-B0F85E174A39}" type="pres">
      <dgm:prSet presAssocID="{F959D81C-1B1B-4785-8A0C-DDCDFF0D2B1F}" presName="parentLin" presStyleCnt="0"/>
      <dgm:spPr/>
    </dgm:pt>
    <dgm:pt modelId="{F692FCC4-AB33-4921-881B-2E70637B8428}" type="pres">
      <dgm:prSet presAssocID="{F959D81C-1B1B-4785-8A0C-DDCDFF0D2B1F}" presName="parentLeftMargin" presStyleLbl="node1" presStyleIdx="4" presStyleCnt="6"/>
      <dgm:spPr/>
      <dgm:t>
        <a:bodyPr/>
        <a:lstStyle/>
        <a:p>
          <a:endParaRPr lang="en-US"/>
        </a:p>
      </dgm:t>
    </dgm:pt>
    <dgm:pt modelId="{330E4FA3-FB79-4A58-90BA-BCAF5E9DE898}" type="pres">
      <dgm:prSet presAssocID="{F959D81C-1B1B-4785-8A0C-DDCDFF0D2B1F}" presName="parentText" presStyleLbl="node1" presStyleIdx="5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D19DA7EE-E0FB-4BF5-BA67-AD9FF8AF1C5B}" type="pres">
      <dgm:prSet presAssocID="{F959D81C-1B1B-4785-8A0C-DDCDFF0D2B1F}" presName="negativeSpace" presStyleCnt="0"/>
      <dgm:spPr/>
    </dgm:pt>
    <dgm:pt modelId="{E7FC9389-F39D-4878-BDB4-E56E1C158D20}" type="pres">
      <dgm:prSet presAssocID="{F959D81C-1B1B-4785-8A0C-DDCDFF0D2B1F}" presName="childText" presStyleLbl="conFgAcc1" presStyleIdx="5" presStyleCnt="6">
        <dgm:presLayoutVars>
          <dgm:bulletEnabled val="1"/>
        </dgm:presLayoutVars>
      </dgm:prSet>
      <dgm:spPr/>
    </dgm:pt>
  </dgm:ptLst>
  <dgm:cxnLst>
    <dgm:cxn modelId="{F6656F30-6B48-459E-A7A6-EC1DE1EEDCB7}" type="presOf" srcId="{FD20E7D3-B8B4-4F2F-9B81-745D517AA5E9}" destId="{58FE664D-EA5D-438F-8540-FBC476202590}" srcOrd="0" destOrd="0" presId="urn:microsoft.com/office/officeart/2005/8/layout/list1"/>
    <dgm:cxn modelId="{15BF2E05-259B-4919-91EB-3785C13E68ED}" type="presOf" srcId="{75783DF8-2362-480E-A230-52B38F16CBA3}" destId="{C3D1049E-9F91-40F5-875E-1529E5F86EDE}" srcOrd="0" destOrd="0" presId="urn:microsoft.com/office/officeart/2005/8/layout/list1"/>
    <dgm:cxn modelId="{E41B7E26-696D-4EBF-9735-4A33B6949041}" type="presOf" srcId="{0FEE4989-63ED-44F0-9F3D-292722E1D0DD}" destId="{31FB80BF-6A49-4C13-AEEE-0163A3DBFA04}" srcOrd="0" destOrd="0" presId="urn:microsoft.com/office/officeart/2005/8/layout/list1"/>
    <dgm:cxn modelId="{BF6D5318-532F-4454-819C-3919BF2EED88}" type="presOf" srcId="{F959D81C-1B1B-4785-8A0C-DDCDFF0D2B1F}" destId="{330E4FA3-FB79-4A58-90BA-BCAF5E9DE898}" srcOrd="1" destOrd="0" presId="urn:microsoft.com/office/officeart/2005/8/layout/list1"/>
    <dgm:cxn modelId="{43F0740E-BE7F-42EE-9719-0B70DC10CBC1}" srcId="{75783DF8-2362-480E-A230-52B38F16CBA3}" destId="{6740D717-CF90-4E3E-85A1-B78860B69C80}" srcOrd="4" destOrd="0" parTransId="{306C1CCE-1CD5-4157-BA4F-FC1A1D6818F1}" sibTransId="{A76CE7EE-00B8-46F8-A491-2F8CD3B4BA4F}"/>
    <dgm:cxn modelId="{E76698E7-BF76-4D04-95E2-EAC3A05F4922}" type="presOf" srcId="{4530BA23-857A-4570-B6B3-8E6B66C92DCE}" destId="{75E84D1D-84E5-4E45-93EF-5F1544E222C5}" srcOrd="0" destOrd="0" presId="urn:microsoft.com/office/officeart/2005/8/layout/list1"/>
    <dgm:cxn modelId="{E85A3048-B621-4483-AFF7-62018241E5F3}" type="presOf" srcId="{4530BA23-857A-4570-B6B3-8E6B66C92DCE}" destId="{D9942C0F-AD27-4513-884B-55F6CE836DF0}" srcOrd="1" destOrd="0" presId="urn:microsoft.com/office/officeart/2005/8/layout/list1"/>
    <dgm:cxn modelId="{87BF486D-39C7-481C-AC96-9C7A5D4F4981}" type="presOf" srcId="{6740D717-CF90-4E3E-85A1-B78860B69C80}" destId="{58EAAB7D-ED07-4387-86A7-AA0FA44F8B59}" srcOrd="1" destOrd="0" presId="urn:microsoft.com/office/officeart/2005/8/layout/list1"/>
    <dgm:cxn modelId="{287A9758-5B7C-43EB-B825-7FC8F7F5F9D1}" type="presOf" srcId="{6740D717-CF90-4E3E-85A1-B78860B69C80}" destId="{80453C3F-2E4F-48A7-ACB9-0B936DD6615E}" srcOrd="0" destOrd="0" presId="urn:microsoft.com/office/officeart/2005/8/layout/list1"/>
    <dgm:cxn modelId="{8DA9E382-D2A8-45A8-8BEB-96BCC861415D}" srcId="{75783DF8-2362-480E-A230-52B38F16CBA3}" destId="{FD20E7D3-B8B4-4F2F-9B81-745D517AA5E9}" srcOrd="2" destOrd="0" parTransId="{E14BF531-7F4A-4735-8E03-660ED588E420}" sibTransId="{07F42B6D-905F-4CC2-9EFF-4D25AA80998F}"/>
    <dgm:cxn modelId="{1DCD9F48-5CDE-4E15-8029-7AACB94D4E52}" srcId="{75783DF8-2362-480E-A230-52B38F16CBA3}" destId="{4530BA23-857A-4570-B6B3-8E6B66C92DCE}" srcOrd="0" destOrd="0" parTransId="{C66E1983-ED97-4957-8239-8E9DE324E13F}" sibTransId="{7D69617C-DABB-41BB-87AD-F589BFBDD8E7}"/>
    <dgm:cxn modelId="{05461FCA-A578-4E93-8DE7-0D822468DFF9}" type="presOf" srcId="{6452985B-97B7-46DB-947F-E079C97443AB}" destId="{3708C927-DBFF-4EBF-984C-1635C034A8C0}" srcOrd="0" destOrd="0" presId="urn:microsoft.com/office/officeart/2005/8/layout/list1"/>
    <dgm:cxn modelId="{9FDAE504-9BF1-4ED2-B568-9298A6D1DE85}" srcId="{75783DF8-2362-480E-A230-52B38F16CBA3}" destId="{6452985B-97B7-46DB-947F-E079C97443AB}" srcOrd="3" destOrd="0" parTransId="{9DD894D9-BAAE-4204-8997-73D31DA58E33}" sibTransId="{FC712E51-8B18-4E80-A2F4-6F148D63D62C}"/>
    <dgm:cxn modelId="{2DE41697-AC39-4B4E-8F0D-0A30C02F8C58}" srcId="{75783DF8-2362-480E-A230-52B38F16CBA3}" destId="{F959D81C-1B1B-4785-8A0C-DDCDFF0D2B1F}" srcOrd="5" destOrd="0" parTransId="{115C9E8B-78BC-44A6-A8A9-C8367234B06A}" sibTransId="{73FFA59E-4937-47DE-8398-039E02D13004}"/>
    <dgm:cxn modelId="{10DC0D77-D49C-45F5-9681-53453899F0D7}" type="presOf" srcId="{6452985B-97B7-46DB-947F-E079C97443AB}" destId="{B6261909-AEF3-408D-A316-44907C664F4F}" srcOrd="1" destOrd="0" presId="urn:microsoft.com/office/officeart/2005/8/layout/list1"/>
    <dgm:cxn modelId="{22368940-7A68-4EB0-B3EE-B397EF3F5866}" type="presOf" srcId="{FD20E7D3-B8B4-4F2F-9B81-745D517AA5E9}" destId="{028E02CE-7EE4-409D-ACFC-F14C31471A9A}" srcOrd="1" destOrd="0" presId="urn:microsoft.com/office/officeart/2005/8/layout/list1"/>
    <dgm:cxn modelId="{1228DDC1-7E13-4A7C-8C10-DC041FE38B81}" type="presOf" srcId="{F959D81C-1B1B-4785-8A0C-DDCDFF0D2B1F}" destId="{F692FCC4-AB33-4921-881B-2E70637B8428}" srcOrd="0" destOrd="0" presId="urn:microsoft.com/office/officeart/2005/8/layout/list1"/>
    <dgm:cxn modelId="{B9BCA660-E464-4DD1-AF85-B9A205D5C607}" type="presOf" srcId="{0FEE4989-63ED-44F0-9F3D-292722E1D0DD}" destId="{E2BE5FB9-8089-4E6C-8961-E1C6725912F7}" srcOrd="1" destOrd="0" presId="urn:microsoft.com/office/officeart/2005/8/layout/list1"/>
    <dgm:cxn modelId="{9EC76633-D506-4D8D-84B3-E6801B123B16}" srcId="{75783DF8-2362-480E-A230-52B38F16CBA3}" destId="{0FEE4989-63ED-44F0-9F3D-292722E1D0DD}" srcOrd="1" destOrd="0" parTransId="{F7C1DF6B-714F-4AB5-BFD4-32A832FFAA1E}" sibTransId="{6812A11E-9D69-4A4B-9924-1C7E303CCDD6}"/>
    <dgm:cxn modelId="{2FCB4881-A139-4194-905B-BD397FDF011B}" type="presParOf" srcId="{C3D1049E-9F91-40F5-875E-1529E5F86EDE}" destId="{5797837E-8982-4FA3-8F14-74E6C285BE90}" srcOrd="0" destOrd="0" presId="urn:microsoft.com/office/officeart/2005/8/layout/list1"/>
    <dgm:cxn modelId="{256B94A2-4E3D-4FB6-BEEB-DF88AD49EF14}" type="presParOf" srcId="{5797837E-8982-4FA3-8F14-74E6C285BE90}" destId="{75E84D1D-84E5-4E45-93EF-5F1544E222C5}" srcOrd="0" destOrd="0" presId="urn:microsoft.com/office/officeart/2005/8/layout/list1"/>
    <dgm:cxn modelId="{A9424DCF-F36A-4E53-B474-F3AE7E0C0FC1}" type="presParOf" srcId="{5797837E-8982-4FA3-8F14-74E6C285BE90}" destId="{D9942C0F-AD27-4513-884B-55F6CE836DF0}" srcOrd="1" destOrd="0" presId="urn:microsoft.com/office/officeart/2005/8/layout/list1"/>
    <dgm:cxn modelId="{4EDA8BC3-9D42-47B7-BA8E-ACB9DF395437}" type="presParOf" srcId="{C3D1049E-9F91-40F5-875E-1529E5F86EDE}" destId="{1BCFF476-A38D-4156-B026-2BF6F83AE421}" srcOrd="1" destOrd="0" presId="urn:microsoft.com/office/officeart/2005/8/layout/list1"/>
    <dgm:cxn modelId="{E09FFDA9-54E1-43F3-B5DD-A44DB9C49A8B}" type="presParOf" srcId="{C3D1049E-9F91-40F5-875E-1529E5F86EDE}" destId="{24B0E713-2C97-492B-BC67-E9541DF3BC78}" srcOrd="2" destOrd="0" presId="urn:microsoft.com/office/officeart/2005/8/layout/list1"/>
    <dgm:cxn modelId="{4D90EB94-9EB3-4B2A-9D90-583AB200972F}" type="presParOf" srcId="{C3D1049E-9F91-40F5-875E-1529E5F86EDE}" destId="{E217FB8E-7CE2-4CDE-BC19-FF2D2173CBB5}" srcOrd="3" destOrd="0" presId="urn:microsoft.com/office/officeart/2005/8/layout/list1"/>
    <dgm:cxn modelId="{59E93384-6C95-4A1A-9733-4C56C1444097}" type="presParOf" srcId="{C3D1049E-9F91-40F5-875E-1529E5F86EDE}" destId="{E9FFF8ED-6780-4EDE-8813-FBCCF35E04FA}" srcOrd="4" destOrd="0" presId="urn:microsoft.com/office/officeart/2005/8/layout/list1"/>
    <dgm:cxn modelId="{628D12BE-CAE4-41E0-AE87-2275A0F69EE0}" type="presParOf" srcId="{E9FFF8ED-6780-4EDE-8813-FBCCF35E04FA}" destId="{31FB80BF-6A49-4C13-AEEE-0163A3DBFA04}" srcOrd="0" destOrd="0" presId="urn:microsoft.com/office/officeart/2005/8/layout/list1"/>
    <dgm:cxn modelId="{63FBA0AF-1E3E-4DD7-839B-F946DC01F461}" type="presParOf" srcId="{E9FFF8ED-6780-4EDE-8813-FBCCF35E04FA}" destId="{E2BE5FB9-8089-4E6C-8961-E1C6725912F7}" srcOrd="1" destOrd="0" presId="urn:microsoft.com/office/officeart/2005/8/layout/list1"/>
    <dgm:cxn modelId="{00F90596-2706-42E7-A8AD-07CA36B5DB18}" type="presParOf" srcId="{C3D1049E-9F91-40F5-875E-1529E5F86EDE}" destId="{D6F2D68F-40C2-428A-B444-2A8C85813352}" srcOrd="5" destOrd="0" presId="urn:microsoft.com/office/officeart/2005/8/layout/list1"/>
    <dgm:cxn modelId="{D7962979-A145-45B0-A161-EFDA1C738AEB}" type="presParOf" srcId="{C3D1049E-9F91-40F5-875E-1529E5F86EDE}" destId="{37A9B330-2978-4ADB-97CA-6FE48437EC8D}" srcOrd="6" destOrd="0" presId="urn:microsoft.com/office/officeart/2005/8/layout/list1"/>
    <dgm:cxn modelId="{BD6CDF7B-847D-4D63-8051-CAAB98F5DBEE}" type="presParOf" srcId="{C3D1049E-9F91-40F5-875E-1529E5F86EDE}" destId="{2512A5B6-B7EB-41DC-A575-1253D667DE85}" srcOrd="7" destOrd="0" presId="urn:microsoft.com/office/officeart/2005/8/layout/list1"/>
    <dgm:cxn modelId="{967A8CB0-A49F-442C-94B3-30D77CAE32F6}" type="presParOf" srcId="{C3D1049E-9F91-40F5-875E-1529E5F86EDE}" destId="{985B40C3-4764-43CB-ACE8-CF9416A67801}" srcOrd="8" destOrd="0" presId="urn:microsoft.com/office/officeart/2005/8/layout/list1"/>
    <dgm:cxn modelId="{C502DF70-7D1F-4960-B96F-F4C46DAB1AA3}" type="presParOf" srcId="{985B40C3-4764-43CB-ACE8-CF9416A67801}" destId="{58FE664D-EA5D-438F-8540-FBC476202590}" srcOrd="0" destOrd="0" presId="urn:microsoft.com/office/officeart/2005/8/layout/list1"/>
    <dgm:cxn modelId="{1BF5A477-5317-4DCB-A4F8-1E64BD8A47C0}" type="presParOf" srcId="{985B40C3-4764-43CB-ACE8-CF9416A67801}" destId="{028E02CE-7EE4-409D-ACFC-F14C31471A9A}" srcOrd="1" destOrd="0" presId="urn:microsoft.com/office/officeart/2005/8/layout/list1"/>
    <dgm:cxn modelId="{8A0E3ADF-3F65-45D3-B2E6-A5F154A3F0D6}" type="presParOf" srcId="{C3D1049E-9F91-40F5-875E-1529E5F86EDE}" destId="{0DD24661-1DF3-4A10-BBD0-0153AC2FB614}" srcOrd="9" destOrd="0" presId="urn:microsoft.com/office/officeart/2005/8/layout/list1"/>
    <dgm:cxn modelId="{CB2D6711-C4C5-47CA-A9AB-58904E112E94}" type="presParOf" srcId="{C3D1049E-9F91-40F5-875E-1529E5F86EDE}" destId="{4DB86D21-D5C3-4954-B891-C36598A66573}" srcOrd="10" destOrd="0" presId="urn:microsoft.com/office/officeart/2005/8/layout/list1"/>
    <dgm:cxn modelId="{45722A8D-97AC-4364-A7F5-456ECA82EA6B}" type="presParOf" srcId="{C3D1049E-9F91-40F5-875E-1529E5F86EDE}" destId="{6380BDCA-96B0-428A-9459-87112C33CB55}" srcOrd="11" destOrd="0" presId="urn:microsoft.com/office/officeart/2005/8/layout/list1"/>
    <dgm:cxn modelId="{ABE97636-6126-427C-9DE1-07E32166EAB8}" type="presParOf" srcId="{C3D1049E-9F91-40F5-875E-1529E5F86EDE}" destId="{7A867D45-9716-43D8-AC1C-BD2173756B88}" srcOrd="12" destOrd="0" presId="urn:microsoft.com/office/officeart/2005/8/layout/list1"/>
    <dgm:cxn modelId="{C619653C-C6B1-4BA2-BEF1-0F5F4BE9CF1E}" type="presParOf" srcId="{7A867D45-9716-43D8-AC1C-BD2173756B88}" destId="{3708C927-DBFF-4EBF-984C-1635C034A8C0}" srcOrd="0" destOrd="0" presId="urn:microsoft.com/office/officeart/2005/8/layout/list1"/>
    <dgm:cxn modelId="{723603C4-8C01-43FB-B4C9-DE8C91BC18EF}" type="presParOf" srcId="{7A867D45-9716-43D8-AC1C-BD2173756B88}" destId="{B6261909-AEF3-408D-A316-44907C664F4F}" srcOrd="1" destOrd="0" presId="urn:microsoft.com/office/officeart/2005/8/layout/list1"/>
    <dgm:cxn modelId="{439677C9-1083-4A2D-B046-F72F32182A10}" type="presParOf" srcId="{C3D1049E-9F91-40F5-875E-1529E5F86EDE}" destId="{33E924F7-67CD-4226-93E3-C13EFF413ED4}" srcOrd="13" destOrd="0" presId="urn:microsoft.com/office/officeart/2005/8/layout/list1"/>
    <dgm:cxn modelId="{0B4FC1EC-247D-4937-BA33-B216FA7966AF}" type="presParOf" srcId="{C3D1049E-9F91-40F5-875E-1529E5F86EDE}" destId="{DD38EDCB-80A0-4F86-A78C-49531C2AC7C2}" srcOrd="14" destOrd="0" presId="urn:microsoft.com/office/officeart/2005/8/layout/list1"/>
    <dgm:cxn modelId="{F1F5D2D4-9935-4435-AA78-C595C03D1641}" type="presParOf" srcId="{C3D1049E-9F91-40F5-875E-1529E5F86EDE}" destId="{786D00D1-E940-4804-A93E-24122465C288}" srcOrd="15" destOrd="0" presId="urn:microsoft.com/office/officeart/2005/8/layout/list1"/>
    <dgm:cxn modelId="{1EA56DC3-FCB8-4569-8A1E-7A1A11BEFB91}" type="presParOf" srcId="{C3D1049E-9F91-40F5-875E-1529E5F86EDE}" destId="{5B2622EA-7214-4159-A4B0-BD1F77ADC446}" srcOrd="16" destOrd="0" presId="urn:microsoft.com/office/officeart/2005/8/layout/list1"/>
    <dgm:cxn modelId="{4981333F-BBB7-448B-A7D7-F29CF5956246}" type="presParOf" srcId="{5B2622EA-7214-4159-A4B0-BD1F77ADC446}" destId="{80453C3F-2E4F-48A7-ACB9-0B936DD6615E}" srcOrd="0" destOrd="0" presId="urn:microsoft.com/office/officeart/2005/8/layout/list1"/>
    <dgm:cxn modelId="{DF06DB25-6CA4-46B1-8424-DC87B7D5B758}" type="presParOf" srcId="{5B2622EA-7214-4159-A4B0-BD1F77ADC446}" destId="{58EAAB7D-ED07-4387-86A7-AA0FA44F8B59}" srcOrd="1" destOrd="0" presId="urn:microsoft.com/office/officeart/2005/8/layout/list1"/>
    <dgm:cxn modelId="{B8537F4A-7D75-4EB0-8350-D60ADAF2B60E}" type="presParOf" srcId="{C3D1049E-9F91-40F5-875E-1529E5F86EDE}" destId="{0353A678-DCAF-4A35-AA0B-839AF58C404F}" srcOrd="17" destOrd="0" presId="urn:microsoft.com/office/officeart/2005/8/layout/list1"/>
    <dgm:cxn modelId="{E322211D-4C5A-46BB-9499-85BDC18C343E}" type="presParOf" srcId="{C3D1049E-9F91-40F5-875E-1529E5F86EDE}" destId="{267B6E27-8FC9-4726-86C3-287BF0A2DC7E}" srcOrd="18" destOrd="0" presId="urn:microsoft.com/office/officeart/2005/8/layout/list1"/>
    <dgm:cxn modelId="{F5343395-CEE0-445C-BFE8-4D424F6AD490}" type="presParOf" srcId="{C3D1049E-9F91-40F5-875E-1529E5F86EDE}" destId="{62CF4CF5-FD93-4860-ACAD-205B05EC8D8A}" srcOrd="19" destOrd="0" presId="urn:microsoft.com/office/officeart/2005/8/layout/list1"/>
    <dgm:cxn modelId="{844DA3C0-31FE-438A-B0A5-1BA068F95365}" type="presParOf" srcId="{C3D1049E-9F91-40F5-875E-1529E5F86EDE}" destId="{3076C033-FB5C-40FA-AEC5-B0F85E174A39}" srcOrd="20" destOrd="0" presId="urn:microsoft.com/office/officeart/2005/8/layout/list1"/>
    <dgm:cxn modelId="{DEA4153E-4FEE-4E4E-AB88-B1EE9D88CA0F}" type="presParOf" srcId="{3076C033-FB5C-40FA-AEC5-B0F85E174A39}" destId="{F692FCC4-AB33-4921-881B-2E70637B8428}" srcOrd="0" destOrd="0" presId="urn:microsoft.com/office/officeart/2005/8/layout/list1"/>
    <dgm:cxn modelId="{00552D84-25FC-4086-8F25-3FB9C223573C}" type="presParOf" srcId="{3076C033-FB5C-40FA-AEC5-B0F85E174A39}" destId="{330E4FA3-FB79-4A58-90BA-BCAF5E9DE898}" srcOrd="1" destOrd="0" presId="urn:microsoft.com/office/officeart/2005/8/layout/list1"/>
    <dgm:cxn modelId="{F57C87E3-B497-42A1-8334-F4B71A03FAA2}" type="presParOf" srcId="{C3D1049E-9F91-40F5-875E-1529E5F86EDE}" destId="{D19DA7EE-E0FB-4BF5-BA67-AD9FF8AF1C5B}" srcOrd="21" destOrd="0" presId="urn:microsoft.com/office/officeart/2005/8/layout/list1"/>
    <dgm:cxn modelId="{EBD81304-6C59-42A6-921F-18022420F00F}" type="presParOf" srcId="{C3D1049E-9F91-40F5-875E-1529E5F86EDE}" destId="{E7FC9389-F39D-4878-BDB4-E56E1C158D20}" srcOrd="2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4B0E713-2C97-492B-BC67-E9541DF3BC78}">
      <dsp:nvSpPr>
        <dsp:cNvPr id="0" name=""/>
        <dsp:cNvSpPr/>
      </dsp:nvSpPr>
      <dsp:spPr>
        <a:xfrm>
          <a:off x="0" y="277748"/>
          <a:ext cx="10515600" cy="403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9942C0F-AD27-4513-884B-55F6CE836DF0}">
      <dsp:nvSpPr>
        <dsp:cNvPr id="0" name=""/>
        <dsp:cNvSpPr/>
      </dsp:nvSpPr>
      <dsp:spPr>
        <a:xfrm>
          <a:off x="525780" y="41588"/>
          <a:ext cx="7360920" cy="47232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600" kern="1200" dirty="0" err="1" smtClean="0"/>
            <a:t>Xác</a:t>
          </a:r>
          <a:r>
            <a:rPr lang="en-US" sz="1600" kern="1200" dirty="0" smtClean="0"/>
            <a:t> </a:t>
          </a:r>
          <a:r>
            <a:rPr lang="en-US" sz="1600" kern="1200" dirty="0" err="1" smtClean="0"/>
            <a:t>định</a:t>
          </a:r>
          <a:r>
            <a:rPr lang="en-US" sz="1600" kern="1200" dirty="0" smtClean="0"/>
            <a:t> </a:t>
          </a:r>
          <a:r>
            <a:rPr lang="en-US" sz="1600" kern="1200" dirty="0" err="1" smtClean="0"/>
            <a:t>mục</a:t>
          </a:r>
          <a:r>
            <a:rPr lang="en-US" sz="1600" kern="1200" dirty="0" smtClean="0"/>
            <a:t> </a:t>
          </a:r>
          <a:r>
            <a:rPr lang="en-US" sz="1600" kern="1200" dirty="0" err="1" smtClean="0"/>
            <a:t>tiêu</a:t>
          </a:r>
          <a:r>
            <a:rPr lang="en-US" sz="1600" kern="1200" dirty="0" smtClean="0"/>
            <a:t>, </a:t>
          </a:r>
          <a:r>
            <a:rPr lang="en-US" sz="1600" kern="1200" dirty="0" err="1" smtClean="0"/>
            <a:t>định</a:t>
          </a:r>
          <a:r>
            <a:rPr lang="en-US" sz="1600" kern="1200" dirty="0" smtClean="0"/>
            <a:t> </a:t>
          </a:r>
          <a:r>
            <a:rPr lang="en-US" sz="1600" kern="1200" dirty="0" err="1" smtClean="0"/>
            <a:t>hướng</a:t>
          </a:r>
          <a:r>
            <a:rPr lang="en-US" sz="1600" kern="1200" dirty="0" smtClean="0"/>
            <a:t> </a:t>
          </a:r>
          <a:r>
            <a:rPr lang="en-US" sz="1600" kern="1200" dirty="0" err="1" smtClean="0"/>
            <a:t>và</a:t>
          </a:r>
          <a:r>
            <a:rPr lang="en-US" sz="1600" kern="1200" dirty="0" smtClean="0"/>
            <a:t> </a:t>
          </a:r>
          <a:r>
            <a:rPr lang="en-US" sz="1600" kern="1200" dirty="0" err="1" smtClean="0"/>
            <a:t>chiến</a:t>
          </a:r>
          <a:r>
            <a:rPr lang="en-US" sz="1600" kern="1200" dirty="0" smtClean="0"/>
            <a:t> </a:t>
          </a:r>
          <a:r>
            <a:rPr lang="en-US" sz="1600" kern="1200" dirty="0" err="1" smtClean="0"/>
            <a:t>lược</a:t>
          </a:r>
          <a:r>
            <a:rPr lang="en-US" sz="1600" kern="1200" dirty="0" smtClean="0"/>
            <a:t> </a:t>
          </a:r>
          <a:r>
            <a:rPr lang="en-US" sz="1600" kern="1200" dirty="0" err="1" smtClean="0"/>
            <a:t>số</a:t>
          </a:r>
          <a:endParaRPr lang="en-US" sz="1600" kern="1200" dirty="0"/>
        </a:p>
      </dsp:txBody>
      <dsp:txXfrm>
        <a:off x="548837" y="64645"/>
        <a:ext cx="7314806" cy="426206"/>
      </dsp:txXfrm>
    </dsp:sp>
    <dsp:sp modelId="{37A9B330-2978-4ADB-97CA-6FE48437EC8D}">
      <dsp:nvSpPr>
        <dsp:cNvPr id="0" name=""/>
        <dsp:cNvSpPr/>
      </dsp:nvSpPr>
      <dsp:spPr>
        <a:xfrm>
          <a:off x="0" y="1003508"/>
          <a:ext cx="10515600" cy="403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2BE5FB9-8089-4E6C-8961-E1C6725912F7}">
      <dsp:nvSpPr>
        <dsp:cNvPr id="0" name=""/>
        <dsp:cNvSpPr/>
      </dsp:nvSpPr>
      <dsp:spPr>
        <a:xfrm>
          <a:off x="525780" y="767349"/>
          <a:ext cx="7360920" cy="472320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600" kern="1200" dirty="0" err="1" smtClean="0"/>
            <a:t>Đánh</a:t>
          </a:r>
          <a:r>
            <a:rPr lang="en-US" sz="1600" kern="1200" dirty="0" smtClean="0"/>
            <a:t> </a:t>
          </a:r>
          <a:r>
            <a:rPr lang="en-US" sz="1600" kern="1200" dirty="0" err="1" smtClean="0"/>
            <a:t>giá</a:t>
          </a:r>
          <a:r>
            <a:rPr lang="en-US" sz="1600" kern="1200" dirty="0" smtClean="0"/>
            <a:t> </a:t>
          </a:r>
          <a:r>
            <a:rPr lang="en-US" sz="1600" kern="1200" dirty="0" err="1" smtClean="0"/>
            <a:t>diện</a:t>
          </a:r>
          <a:r>
            <a:rPr lang="en-US" sz="1600" kern="1200" dirty="0" smtClean="0"/>
            <a:t> </a:t>
          </a:r>
          <a:r>
            <a:rPr lang="en-US" sz="1600" kern="1200" dirty="0" err="1" smtClean="0"/>
            <a:t>trạng</a:t>
          </a:r>
          <a:r>
            <a:rPr lang="en-US" sz="1600" kern="1200" dirty="0" smtClean="0"/>
            <a:t> </a:t>
          </a:r>
          <a:r>
            <a:rPr lang="en-US" sz="1600" kern="1200" dirty="0" err="1" smtClean="0"/>
            <a:t>và</a:t>
          </a:r>
          <a:r>
            <a:rPr lang="en-US" sz="1600" kern="1200" dirty="0" smtClean="0"/>
            <a:t> </a:t>
          </a:r>
          <a:r>
            <a:rPr lang="en-US" sz="1600" kern="1200" dirty="0" err="1" smtClean="0"/>
            <a:t>tìm</a:t>
          </a:r>
          <a:r>
            <a:rPr lang="en-US" sz="1600" kern="1200" dirty="0" smtClean="0"/>
            <a:t> </a:t>
          </a:r>
          <a:r>
            <a:rPr lang="en-US" sz="1600" kern="1200" dirty="0" err="1" smtClean="0"/>
            <a:t>ra</a:t>
          </a:r>
          <a:r>
            <a:rPr lang="en-US" sz="1600" kern="1200" dirty="0" smtClean="0"/>
            <a:t> </a:t>
          </a:r>
          <a:r>
            <a:rPr lang="en-US" sz="1600" kern="1200" dirty="0" err="1" smtClean="0"/>
            <a:t>các</a:t>
          </a:r>
          <a:r>
            <a:rPr lang="en-US" sz="1600" kern="1200" dirty="0" smtClean="0"/>
            <a:t> </a:t>
          </a:r>
          <a:r>
            <a:rPr lang="en-US" sz="1600" kern="1200" dirty="0" err="1" smtClean="0"/>
            <a:t>điểm</a:t>
          </a:r>
          <a:r>
            <a:rPr lang="en-US" sz="1600" kern="1200" dirty="0" smtClean="0"/>
            <a:t> </a:t>
          </a:r>
          <a:r>
            <a:rPr lang="en-US" sz="1600" kern="1200" dirty="0" err="1" smtClean="0"/>
            <a:t>nhức</a:t>
          </a:r>
          <a:r>
            <a:rPr lang="en-US" sz="1600" kern="1200" dirty="0" smtClean="0"/>
            <a:t> </a:t>
          </a:r>
          <a:r>
            <a:rPr lang="en-US" sz="1600" kern="1200" dirty="0" err="1" smtClean="0"/>
            <a:t>nhối</a:t>
          </a:r>
          <a:endParaRPr lang="en-US" sz="1600" kern="1200" dirty="0"/>
        </a:p>
      </dsp:txBody>
      <dsp:txXfrm>
        <a:off x="548837" y="790406"/>
        <a:ext cx="7314806" cy="426206"/>
      </dsp:txXfrm>
    </dsp:sp>
    <dsp:sp modelId="{4DB86D21-D5C3-4954-B891-C36598A66573}">
      <dsp:nvSpPr>
        <dsp:cNvPr id="0" name=""/>
        <dsp:cNvSpPr/>
      </dsp:nvSpPr>
      <dsp:spPr>
        <a:xfrm>
          <a:off x="0" y="1729268"/>
          <a:ext cx="10515600" cy="403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28E02CE-7EE4-409D-ACFC-F14C31471A9A}">
      <dsp:nvSpPr>
        <dsp:cNvPr id="0" name=""/>
        <dsp:cNvSpPr/>
      </dsp:nvSpPr>
      <dsp:spPr>
        <a:xfrm>
          <a:off x="525780" y="1493108"/>
          <a:ext cx="7360920" cy="472320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600" kern="1200" dirty="0" err="1" smtClean="0"/>
            <a:t>Xây</a:t>
          </a:r>
          <a:r>
            <a:rPr lang="en-US" sz="1600" kern="1200" dirty="0" smtClean="0"/>
            <a:t> </a:t>
          </a:r>
          <a:r>
            <a:rPr lang="en-US" sz="1600" kern="1200" dirty="0" err="1" smtClean="0"/>
            <a:t>dựng</a:t>
          </a:r>
          <a:r>
            <a:rPr lang="en-US" sz="1600" kern="1200" dirty="0" smtClean="0"/>
            <a:t> </a:t>
          </a:r>
          <a:r>
            <a:rPr lang="en-US" sz="1600" kern="1200" dirty="0" err="1" smtClean="0"/>
            <a:t>lộ</a:t>
          </a:r>
          <a:r>
            <a:rPr lang="en-US" sz="1600" kern="1200" dirty="0" smtClean="0"/>
            <a:t> </a:t>
          </a:r>
          <a:r>
            <a:rPr lang="en-US" sz="1600" kern="1200" dirty="0" err="1" smtClean="0"/>
            <a:t>trình</a:t>
          </a:r>
          <a:r>
            <a:rPr lang="en-US" sz="1600" kern="1200" dirty="0" smtClean="0"/>
            <a:t> </a:t>
          </a:r>
          <a:r>
            <a:rPr lang="en-US" sz="1600" kern="1200" dirty="0" err="1" smtClean="0"/>
            <a:t>chuyển</a:t>
          </a:r>
          <a:r>
            <a:rPr lang="en-US" sz="1600" kern="1200" dirty="0" smtClean="0"/>
            <a:t> </a:t>
          </a:r>
          <a:r>
            <a:rPr lang="en-US" sz="1600" kern="1200" dirty="0" err="1" smtClean="0"/>
            <a:t>đổi</a:t>
          </a:r>
          <a:r>
            <a:rPr lang="en-US" sz="1600" kern="1200" dirty="0" smtClean="0"/>
            <a:t> </a:t>
          </a:r>
          <a:r>
            <a:rPr lang="en-US" sz="1600" kern="1200" dirty="0" err="1" smtClean="0"/>
            <a:t>số</a:t>
          </a:r>
          <a:endParaRPr lang="en-US" sz="1600" kern="1200" dirty="0"/>
        </a:p>
      </dsp:txBody>
      <dsp:txXfrm>
        <a:off x="548837" y="1516165"/>
        <a:ext cx="7314806" cy="426206"/>
      </dsp:txXfrm>
    </dsp:sp>
    <dsp:sp modelId="{DD38EDCB-80A0-4F86-A78C-49531C2AC7C2}">
      <dsp:nvSpPr>
        <dsp:cNvPr id="0" name=""/>
        <dsp:cNvSpPr/>
      </dsp:nvSpPr>
      <dsp:spPr>
        <a:xfrm>
          <a:off x="0" y="2455028"/>
          <a:ext cx="10515600" cy="403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6261909-AEF3-408D-A316-44907C664F4F}">
      <dsp:nvSpPr>
        <dsp:cNvPr id="0" name=""/>
        <dsp:cNvSpPr/>
      </dsp:nvSpPr>
      <dsp:spPr>
        <a:xfrm>
          <a:off x="525780" y="2218868"/>
          <a:ext cx="7360920" cy="47232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600" kern="1200" dirty="0" err="1" smtClean="0"/>
            <a:t>Thực</a:t>
          </a:r>
          <a:r>
            <a:rPr lang="en-US" sz="1600" kern="1200" dirty="0" smtClean="0"/>
            <a:t> </a:t>
          </a:r>
          <a:r>
            <a:rPr lang="en-US" sz="1600" kern="1200" dirty="0" err="1" smtClean="0"/>
            <a:t>hiện</a:t>
          </a:r>
          <a:r>
            <a:rPr lang="en-US" sz="1600" kern="1200" dirty="0" smtClean="0"/>
            <a:t> </a:t>
          </a:r>
          <a:r>
            <a:rPr lang="en-US" sz="1600" kern="1200" dirty="0" err="1" smtClean="0"/>
            <a:t>triển</a:t>
          </a:r>
          <a:r>
            <a:rPr lang="en-US" sz="1600" kern="1200" dirty="0" smtClean="0"/>
            <a:t> </a:t>
          </a:r>
          <a:r>
            <a:rPr lang="en-US" sz="1600" kern="1200" dirty="0" err="1" smtClean="0"/>
            <a:t>khai</a:t>
          </a:r>
          <a:r>
            <a:rPr lang="en-US" sz="1600" kern="1200" dirty="0" smtClean="0"/>
            <a:t> </a:t>
          </a:r>
          <a:r>
            <a:rPr lang="en-US" sz="1600" kern="1200" dirty="0" err="1" smtClean="0"/>
            <a:t>theo</a:t>
          </a:r>
          <a:r>
            <a:rPr lang="en-US" sz="1600" kern="1200" dirty="0" smtClean="0"/>
            <a:t> look </a:t>
          </a:r>
          <a:r>
            <a:rPr lang="en-US" sz="1600" kern="1200" dirty="0" err="1" smtClean="0"/>
            <a:t>trình</a:t>
          </a:r>
          <a:r>
            <a:rPr lang="en-US" sz="1600" kern="1200" dirty="0" smtClean="0"/>
            <a:t> </a:t>
          </a:r>
          <a:r>
            <a:rPr lang="en-US" sz="1600" kern="1200" dirty="0" err="1" smtClean="0"/>
            <a:t>theo</a:t>
          </a:r>
          <a:r>
            <a:rPr lang="en-US" sz="1600" kern="1200" dirty="0" smtClean="0"/>
            <a:t> </a:t>
          </a:r>
          <a:r>
            <a:rPr lang="en-US" sz="1600" kern="1200" dirty="0" err="1" smtClean="0"/>
            <a:t>các</a:t>
          </a:r>
          <a:r>
            <a:rPr lang="en-US" sz="1600" kern="1200" dirty="0" smtClean="0"/>
            <a:t> KPI </a:t>
          </a:r>
          <a:r>
            <a:rPr lang="en-US" sz="1600" kern="1200" dirty="0" err="1" smtClean="0"/>
            <a:t>rõ</a:t>
          </a:r>
          <a:r>
            <a:rPr lang="en-US" sz="1600" kern="1200" dirty="0" smtClean="0"/>
            <a:t> rang</a:t>
          </a:r>
          <a:endParaRPr lang="en-US" sz="1600" kern="1200" dirty="0"/>
        </a:p>
      </dsp:txBody>
      <dsp:txXfrm>
        <a:off x="548837" y="2241925"/>
        <a:ext cx="7314806" cy="426206"/>
      </dsp:txXfrm>
    </dsp:sp>
    <dsp:sp modelId="{267B6E27-8FC9-4726-86C3-287BF0A2DC7E}">
      <dsp:nvSpPr>
        <dsp:cNvPr id="0" name=""/>
        <dsp:cNvSpPr/>
      </dsp:nvSpPr>
      <dsp:spPr>
        <a:xfrm>
          <a:off x="0" y="3180789"/>
          <a:ext cx="10515600" cy="403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8EAAB7D-ED07-4387-86A7-AA0FA44F8B59}">
      <dsp:nvSpPr>
        <dsp:cNvPr id="0" name=""/>
        <dsp:cNvSpPr/>
      </dsp:nvSpPr>
      <dsp:spPr>
        <a:xfrm>
          <a:off x="525780" y="2944629"/>
          <a:ext cx="7360920" cy="472320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600" kern="1200" dirty="0" err="1" smtClean="0"/>
            <a:t>Đánh</a:t>
          </a:r>
          <a:r>
            <a:rPr lang="en-US" sz="1600" kern="1200" dirty="0" smtClean="0"/>
            <a:t> </a:t>
          </a:r>
          <a:r>
            <a:rPr lang="en-US" sz="1600" kern="1200" dirty="0" err="1" smtClean="0"/>
            <a:t>giá</a:t>
          </a:r>
          <a:r>
            <a:rPr lang="en-US" sz="1600" kern="1200" dirty="0" smtClean="0"/>
            <a:t> </a:t>
          </a:r>
          <a:r>
            <a:rPr lang="en-US" sz="1600" kern="1200" dirty="0" err="1" smtClean="0"/>
            <a:t>và</a:t>
          </a:r>
          <a:r>
            <a:rPr lang="en-US" sz="1600" kern="1200" dirty="0" smtClean="0"/>
            <a:t> </a:t>
          </a:r>
          <a:r>
            <a:rPr lang="en-US" sz="1600" kern="1200" dirty="0" err="1" smtClean="0"/>
            <a:t>xác</a:t>
          </a:r>
          <a:r>
            <a:rPr lang="en-US" sz="1600" kern="1200" dirty="0" smtClean="0"/>
            <a:t> </a:t>
          </a:r>
          <a:r>
            <a:rPr lang="en-US" sz="1600" kern="1200" dirty="0" err="1" smtClean="0"/>
            <a:t>nhận</a:t>
          </a:r>
          <a:r>
            <a:rPr lang="en-US" sz="1600" kern="1200" dirty="0" smtClean="0"/>
            <a:t> </a:t>
          </a:r>
          <a:r>
            <a:rPr lang="en-US" sz="1600" kern="1200" dirty="0" err="1" smtClean="0"/>
            <a:t>kết</a:t>
          </a:r>
          <a:r>
            <a:rPr lang="en-US" sz="1600" kern="1200" dirty="0" smtClean="0"/>
            <a:t> </a:t>
          </a:r>
          <a:r>
            <a:rPr lang="en-US" sz="1600" kern="1200" dirty="0" err="1" smtClean="0"/>
            <a:t>quả</a:t>
          </a:r>
          <a:endParaRPr lang="en-US" sz="1600" kern="1200" dirty="0"/>
        </a:p>
      </dsp:txBody>
      <dsp:txXfrm>
        <a:off x="548837" y="2967686"/>
        <a:ext cx="7314806" cy="426206"/>
      </dsp:txXfrm>
    </dsp:sp>
    <dsp:sp modelId="{E7FC9389-F39D-4878-BDB4-E56E1C158D20}">
      <dsp:nvSpPr>
        <dsp:cNvPr id="0" name=""/>
        <dsp:cNvSpPr/>
      </dsp:nvSpPr>
      <dsp:spPr>
        <a:xfrm>
          <a:off x="0" y="3906549"/>
          <a:ext cx="10515600" cy="403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30E4FA3-FB79-4A58-90BA-BCAF5E9DE898}">
      <dsp:nvSpPr>
        <dsp:cNvPr id="0" name=""/>
        <dsp:cNvSpPr/>
      </dsp:nvSpPr>
      <dsp:spPr>
        <a:xfrm>
          <a:off x="525780" y="3670389"/>
          <a:ext cx="7360920" cy="47232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600" kern="1200" dirty="0" err="1" smtClean="0"/>
            <a:t>Báo</a:t>
          </a:r>
          <a:r>
            <a:rPr lang="en-US" sz="1600" kern="1200" dirty="0" smtClean="0"/>
            <a:t> </a:t>
          </a:r>
          <a:r>
            <a:rPr lang="en-US" sz="1600" kern="1200" dirty="0" err="1" smtClean="0"/>
            <a:t>các</a:t>
          </a:r>
          <a:r>
            <a:rPr lang="en-US" sz="1600" kern="1200" dirty="0" smtClean="0"/>
            <a:t> </a:t>
          </a:r>
          <a:r>
            <a:rPr lang="en-US" sz="1600" kern="1200" dirty="0" err="1" smtClean="0"/>
            <a:t>kết</a:t>
          </a:r>
          <a:r>
            <a:rPr lang="en-US" sz="1600" kern="1200" dirty="0" smtClean="0"/>
            <a:t> </a:t>
          </a:r>
          <a:r>
            <a:rPr lang="en-US" sz="1600" kern="1200" dirty="0" err="1" smtClean="0"/>
            <a:t>quả</a:t>
          </a:r>
          <a:r>
            <a:rPr lang="en-US" sz="1600" kern="1200" dirty="0" smtClean="0"/>
            <a:t> </a:t>
          </a:r>
          <a:r>
            <a:rPr lang="en-US" sz="1600" kern="1200" dirty="0" err="1" smtClean="0"/>
            <a:t>thực</a:t>
          </a:r>
          <a:r>
            <a:rPr lang="en-US" sz="1600" kern="1200" dirty="0" smtClean="0"/>
            <a:t> </a:t>
          </a:r>
          <a:r>
            <a:rPr lang="en-US" sz="1600" kern="1200" dirty="0" err="1" smtClean="0"/>
            <a:t>hiện</a:t>
          </a:r>
          <a:r>
            <a:rPr lang="en-US" sz="1600" kern="1200" dirty="0" smtClean="0"/>
            <a:t> </a:t>
          </a:r>
          <a:r>
            <a:rPr lang="en-US" sz="1600" kern="1200" dirty="0" err="1" smtClean="0"/>
            <a:t>và</a:t>
          </a:r>
          <a:r>
            <a:rPr lang="en-US" sz="1600" kern="1200" dirty="0" smtClean="0"/>
            <a:t> </a:t>
          </a:r>
          <a:r>
            <a:rPr lang="en-US" sz="1600" kern="1200" dirty="0" err="1" smtClean="0"/>
            <a:t>cải</a:t>
          </a:r>
          <a:r>
            <a:rPr lang="en-US" sz="1600" kern="1200" dirty="0" smtClean="0"/>
            <a:t> </a:t>
          </a:r>
          <a:r>
            <a:rPr lang="en-US" sz="1600" kern="1200" dirty="0" err="1" smtClean="0"/>
            <a:t>tiến</a:t>
          </a:r>
          <a:endParaRPr lang="en-US" sz="1600" kern="1200" dirty="0"/>
        </a:p>
      </dsp:txBody>
      <dsp:txXfrm>
        <a:off x="548837" y="3693446"/>
        <a:ext cx="7314806" cy="42620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80293B-35DA-4AE1-916E-9E1E472B3925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F351E8-C96E-4949-8E33-EC32FE4AEF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8022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94244-85F5-43C6-A741-FF6F169572A8}" type="datetime1">
              <a:rPr lang="en-US" smtClean="0"/>
              <a:t>8/11/2025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BB27D0-EAFE-40F6-B9E5-C8583600C9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0936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1C938-9D41-45E9-818F-DD752A9D8C69}" type="datetime1">
              <a:rPr lang="en-US" smtClean="0"/>
              <a:t>8/11/2025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BB27D0-EAFE-40F6-B9E5-C8583600C9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1839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85E06A-FD4C-4918-A91E-BE59770BC902}" type="datetime1">
              <a:rPr lang="en-US" smtClean="0"/>
              <a:t>8/11/2025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BB27D0-EAFE-40F6-B9E5-C8583600C9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4915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C2625A-37E4-4AE0-B7B5-81B093714507}" type="datetime1">
              <a:rPr lang="en-US" smtClean="0"/>
              <a:t>8/11/2025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BB27D0-EAFE-40F6-B9E5-C8583600C9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993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C16B49-370C-4660-B668-D00BF87F56FF}" type="datetime1">
              <a:rPr lang="en-US" smtClean="0"/>
              <a:t>8/11/2025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BB27D0-EAFE-40F6-B9E5-C8583600C9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6395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B37F7-BE6D-4952-ADCF-FC4A1EA42863}" type="datetime1">
              <a:rPr lang="en-US" smtClean="0"/>
              <a:t>8/11/2025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BB27D0-EAFE-40F6-B9E5-C8583600C9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0306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DD46D-AFEC-4EDD-B705-AB2D3A1475AB}" type="datetime1">
              <a:rPr lang="en-US" smtClean="0"/>
              <a:t>8/11/2025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BB27D0-EAFE-40F6-B9E5-C8583600C9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977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D4C91-2D39-4284-AFCE-22BC5E9AC82B}" type="datetime1">
              <a:rPr lang="en-US" smtClean="0"/>
              <a:t>8/11/2025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BB27D0-EAFE-40F6-B9E5-C8583600C9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6865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B2B84-DAEC-4169-8E65-E4B3EBD2DC37}" type="datetime1">
              <a:rPr lang="en-US" smtClean="0"/>
              <a:t>8/11/2025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BB27D0-EAFE-40F6-B9E5-C8583600C9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378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A2CF3B-ECDF-44F9-A757-DAB1E6ADC01E}" type="datetime1">
              <a:rPr lang="en-US" smtClean="0"/>
              <a:t>8/11/2025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BB27D0-EAFE-40F6-B9E5-C8583600C9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38052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87085D-C083-4BCB-8E68-C7210AC44E59}" type="datetime1">
              <a:rPr lang="en-US" smtClean="0"/>
              <a:t>8/11/2025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BB27D0-EAFE-40F6-B9E5-C8583600C9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1208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DA196B-6B2B-4EFB-A813-0B5A2DB2F11B}" type="datetime1">
              <a:rPr lang="en-US" smtClean="0"/>
              <a:t>8/11/2025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BB27D0-EAFE-40F6-B9E5-C8583600C9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142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6119446"/>
            <a:ext cx="12192000" cy="738554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2969" y="1303100"/>
            <a:ext cx="8012780" cy="4505801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  <p:sp>
        <p:nvSpPr>
          <p:cNvPr id="9" name="Rectangle 8"/>
          <p:cNvSpPr/>
          <p:nvPr/>
        </p:nvSpPr>
        <p:spPr>
          <a:xfrm>
            <a:off x="941968" y="186541"/>
            <a:ext cx="10710368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sz="4400" b="1" dirty="0" smtClean="0">
                <a:solidFill>
                  <a:srgbClr val="0070C0"/>
                </a:solidFill>
                <a:effectLst>
                  <a:reflection blurRad="6350" stA="60000" endA="900" endPos="58000" dir="5400000" sy="-100000" algn="bl" rotWithShape="0"/>
                </a:effectLst>
              </a:rPr>
              <a:t>CHUYỂN ĐỔI SỐ -DIGITAL TRANSFORMATION</a:t>
            </a:r>
            <a:endParaRPr lang="en-US" sz="4400" b="1" dirty="0">
              <a:solidFill>
                <a:srgbClr val="0070C0"/>
              </a:solidFill>
              <a:effectLst>
                <a:reflection blurRad="6350" stA="60000" endA="900" endPos="58000" dir="5400000" sy="-100000" algn="bl" rotWithShape="0"/>
              </a:effectLst>
            </a:endParaRPr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BB27D0-EAFE-40F6-B9E5-C8583600C92A}" type="slidenum">
              <a:rPr lang="en-US" smtClean="0"/>
              <a:t>1</a:t>
            </a:fld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0696074" y="6227113"/>
            <a:ext cx="1315452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dirty="0" smtClean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</a:rPr>
              <a:t>Slide 1</a:t>
            </a:r>
            <a:endParaRPr lang="en-US" sz="2800" b="1" cap="none" spc="0" dirty="0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</a:schemeClr>
                  </a:gs>
                </a:gsLst>
                <a:lin ang="5400000"/>
              </a:gra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40081840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ü"/>
            </a:pPr>
            <a:r>
              <a:rPr lang="en-US" b="1" dirty="0" err="1" smtClean="0">
                <a:solidFill>
                  <a:srgbClr val="FF0000"/>
                </a:solidFill>
              </a:rPr>
              <a:t>Giai</a:t>
            </a:r>
            <a:r>
              <a:rPr lang="en-US" b="1" dirty="0" smtClean="0">
                <a:solidFill>
                  <a:srgbClr val="FF0000"/>
                </a:solidFill>
              </a:rPr>
              <a:t> </a:t>
            </a:r>
            <a:r>
              <a:rPr lang="en-US" b="1" dirty="0" err="1" smtClean="0">
                <a:solidFill>
                  <a:srgbClr val="FF0000"/>
                </a:solidFill>
              </a:rPr>
              <a:t>đoạn</a:t>
            </a:r>
            <a:r>
              <a:rPr lang="en-US" b="1" dirty="0" smtClean="0">
                <a:solidFill>
                  <a:srgbClr val="FF0000"/>
                </a:solidFill>
              </a:rPr>
              <a:t> 1: </a:t>
            </a:r>
            <a:r>
              <a:rPr lang="en-US" dirty="0" err="1" smtClean="0"/>
              <a:t>Số</a:t>
            </a:r>
            <a:r>
              <a:rPr lang="en-US" dirty="0" smtClean="0"/>
              <a:t> </a:t>
            </a:r>
            <a:r>
              <a:rPr lang="en-US" dirty="0" err="1" smtClean="0"/>
              <a:t>hóa</a:t>
            </a:r>
            <a:r>
              <a:rPr lang="en-US" dirty="0" smtClean="0"/>
              <a:t> </a:t>
            </a:r>
            <a:r>
              <a:rPr lang="en-US" dirty="0" err="1" smtClean="0"/>
              <a:t>thông</a:t>
            </a:r>
            <a:r>
              <a:rPr lang="en-US" dirty="0" smtClean="0"/>
              <a:t> tin – Digitization: </a:t>
            </a:r>
            <a:r>
              <a:rPr lang="en-US" dirty="0" err="1" smtClean="0"/>
              <a:t>Là</a:t>
            </a:r>
            <a:r>
              <a:rPr lang="en-US" dirty="0" smtClean="0"/>
              <a:t> </a:t>
            </a:r>
            <a:r>
              <a:rPr lang="en-US" dirty="0" err="1" smtClean="0"/>
              <a:t>việc</a:t>
            </a:r>
            <a:r>
              <a:rPr lang="en-US" dirty="0" smtClean="0"/>
              <a:t> </a:t>
            </a:r>
            <a:r>
              <a:rPr lang="en-US" dirty="0" err="1" smtClean="0"/>
              <a:t>chuyển</a:t>
            </a:r>
            <a:r>
              <a:rPr lang="en-US" dirty="0" smtClean="0"/>
              <a:t> </a:t>
            </a:r>
            <a:r>
              <a:rPr lang="en-US" dirty="0" err="1" smtClean="0"/>
              <a:t>đổi</a:t>
            </a:r>
            <a:r>
              <a:rPr lang="en-US" dirty="0" smtClean="0"/>
              <a:t> </a:t>
            </a:r>
            <a:r>
              <a:rPr lang="en-US" dirty="0" err="1" smtClean="0"/>
              <a:t>dữ</a:t>
            </a:r>
            <a:r>
              <a:rPr lang="en-US" dirty="0" smtClean="0"/>
              <a:t> </a:t>
            </a:r>
            <a:r>
              <a:rPr lang="en-US" dirty="0" err="1" smtClean="0"/>
              <a:t>liệu</a:t>
            </a:r>
            <a:r>
              <a:rPr lang="en-US" dirty="0" smtClean="0"/>
              <a:t> </a:t>
            </a:r>
            <a:r>
              <a:rPr lang="en-US" dirty="0" err="1" smtClean="0"/>
              <a:t>từ</a:t>
            </a:r>
            <a:r>
              <a:rPr lang="en-US" dirty="0" smtClean="0"/>
              <a:t> </a:t>
            </a:r>
            <a:r>
              <a:rPr lang="en-US" dirty="0" err="1" smtClean="0"/>
              <a:t>dạng</a:t>
            </a:r>
            <a:r>
              <a:rPr lang="en-US" dirty="0" smtClean="0"/>
              <a:t> </a:t>
            </a:r>
            <a:r>
              <a:rPr lang="en-US" dirty="0" err="1" smtClean="0"/>
              <a:t>vật</a:t>
            </a:r>
            <a:r>
              <a:rPr lang="en-US" dirty="0" smtClean="0"/>
              <a:t> </a:t>
            </a:r>
            <a:r>
              <a:rPr lang="en-US" dirty="0" err="1" smtClean="0"/>
              <a:t>lý</a:t>
            </a:r>
            <a:r>
              <a:rPr lang="en-US" dirty="0" smtClean="0"/>
              <a:t> (analog) sang </a:t>
            </a:r>
            <a:r>
              <a:rPr lang="en-US" dirty="0" err="1" smtClean="0"/>
              <a:t>dạng</a:t>
            </a:r>
            <a:r>
              <a:rPr lang="en-US" dirty="0" smtClean="0"/>
              <a:t> </a:t>
            </a:r>
            <a:r>
              <a:rPr lang="en-US" dirty="0" err="1" smtClean="0"/>
              <a:t>kỹ</a:t>
            </a:r>
            <a:r>
              <a:rPr lang="en-US" dirty="0" smtClean="0"/>
              <a:t> </a:t>
            </a:r>
            <a:r>
              <a:rPr lang="en-US" dirty="0" err="1" smtClean="0"/>
              <a:t>thuật</a:t>
            </a:r>
            <a:r>
              <a:rPr lang="en-US" dirty="0" smtClean="0"/>
              <a:t> </a:t>
            </a:r>
            <a:r>
              <a:rPr lang="en-US" dirty="0" err="1" smtClean="0"/>
              <a:t>số</a:t>
            </a:r>
            <a:r>
              <a:rPr lang="en-US" dirty="0"/>
              <a:t> </a:t>
            </a:r>
            <a:r>
              <a:rPr lang="en-US" dirty="0" smtClean="0"/>
              <a:t>(digital).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b="1" dirty="0" err="1" smtClean="0">
                <a:solidFill>
                  <a:srgbClr val="FF0000"/>
                </a:solidFill>
              </a:rPr>
              <a:t>Giai</a:t>
            </a:r>
            <a:r>
              <a:rPr lang="en-US" b="1" dirty="0" smtClean="0">
                <a:solidFill>
                  <a:srgbClr val="FF0000"/>
                </a:solidFill>
              </a:rPr>
              <a:t> </a:t>
            </a:r>
            <a:r>
              <a:rPr lang="en-US" b="1" dirty="0" err="1" smtClean="0">
                <a:solidFill>
                  <a:srgbClr val="FF0000"/>
                </a:solidFill>
              </a:rPr>
              <a:t>đoạn</a:t>
            </a:r>
            <a:r>
              <a:rPr lang="en-US" b="1" dirty="0" smtClean="0">
                <a:solidFill>
                  <a:srgbClr val="FF0000"/>
                </a:solidFill>
              </a:rPr>
              <a:t> 2: </a:t>
            </a:r>
            <a:r>
              <a:rPr lang="en-US" dirty="0" err="1" smtClean="0"/>
              <a:t>Số</a:t>
            </a:r>
            <a:r>
              <a:rPr lang="en-US" dirty="0" smtClean="0"/>
              <a:t> </a:t>
            </a:r>
            <a:r>
              <a:rPr lang="en-US" dirty="0" err="1" smtClean="0"/>
              <a:t>Hoá</a:t>
            </a:r>
            <a:r>
              <a:rPr lang="en-US" dirty="0" smtClean="0"/>
              <a:t> </a:t>
            </a:r>
            <a:r>
              <a:rPr lang="en-US" dirty="0" err="1" smtClean="0"/>
              <a:t>Quy</a:t>
            </a:r>
            <a:r>
              <a:rPr lang="en-US" dirty="0" smtClean="0"/>
              <a:t> </a:t>
            </a:r>
            <a:r>
              <a:rPr lang="en-US" dirty="0" err="1" smtClean="0"/>
              <a:t>Trình</a:t>
            </a:r>
            <a:r>
              <a:rPr lang="en-US" dirty="0" smtClean="0"/>
              <a:t> – Digitalization: </a:t>
            </a:r>
            <a:r>
              <a:rPr lang="en-US" dirty="0" err="1" smtClean="0"/>
              <a:t>Là</a:t>
            </a:r>
            <a:r>
              <a:rPr lang="en-US" dirty="0" smtClean="0"/>
              <a:t> </a:t>
            </a:r>
            <a:r>
              <a:rPr lang="en-US" dirty="0" err="1" smtClean="0"/>
              <a:t>việc</a:t>
            </a:r>
            <a:r>
              <a:rPr lang="en-US" dirty="0" smtClean="0"/>
              <a:t> </a:t>
            </a:r>
            <a:r>
              <a:rPr lang="en-US" dirty="0" err="1" smtClean="0"/>
              <a:t>áp</a:t>
            </a:r>
            <a:r>
              <a:rPr lang="en-US" dirty="0" smtClean="0"/>
              <a:t> </a:t>
            </a:r>
            <a:r>
              <a:rPr lang="en-US" dirty="0" err="1" smtClean="0"/>
              <a:t>dụng</a:t>
            </a:r>
            <a:r>
              <a:rPr lang="en-US" dirty="0" smtClean="0"/>
              <a:t> </a:t>
            </a:r>
            <a:r>
              <a:rPr lang="en-US" dirty="0" err="1" smtClean="0"/>
              <a:t>công</a:t>
            </a:r>
            <a:r>
              <a:rPr lang="en-US" dirty="0" smtClean="0"/>
              <a:t> </a:t>
            </a:r>
            <a:r>
              <a:rPr lang="en-US" dirty="0" err="1" smtClean="0"/>
              <a:t>nghệ</a:t>
            </a:r>
            <a:r>
              <a:rPr lang="en-US" dirty="0" smtClean="0"/>
              <a:t> </a:t>
            </a:r>
            <a:r>
              <a:rPr lang="en-US" dirty="0" err="1" smtClean="0"/>
              <a:t>để</a:t>
            </a:r>
            <a:r>
              <a:rPr lang="en-US" dirty="0" smtClean="0"/>
              <a:t> </a:t>
            </a:r>
            <a:r>
              <a:rPr lang="en-US" dirty="0" err="1" smtClean="0"/>
              <a:t>tự</a:t>
            </a:r>
            <a:r>
              <a:rPr lang="en-US" dirty="0" smtClean="0"/>
              <a:t> </a:t>
            </a:r>
            <a:r>
              <a:rPr lang="en-US" dirty="0" err="1" smtClean="0"/>
              <a:t>động</a:t>
            </a:r>
            <a:r>
              <a:rPr lang="en-US" dirty="0" smtClean="0"/>
              <a:t> </a:t>
            </a:r>
            <a:r>
              <a:rPr lang="en-US" dirty="0" err="1" smtClean="0"/>
              <a:t>hóa</a:t>
            </a:r>
            <a:r>
              <a:rPr lang="en-US" dirty="0" smtClean="0"/>
              <a:t> </a:t>
            </a:r>
            <a:r>
              <a:rPr lang="en-US" dirty="0" err="1" smtClean="0"/>
              <a:t>quy</a:t>
            </a:r>
            <a:r>
              <a:rPr lang="en-US" dirty="0" smtClean="0"/>
              <a:t> </a:t>
            </a:r>
            <a:r>
              <a:rPr lang="en-US" dirty="0" err="1" smtClean="0"/>
              <a:t>trình</a:t>
            </a:r>
            <a:r>
              <a:rPr lang="en-US" dirty="0" smtClean="0"/>
              <a:t> </a:t>
            </a:r>
            <a:r>
              <a:rPr lang="en-US" dirty="0" err="1" smtClean="0"/>
              <a:t>hiện</a:t>
            </a:r>
            <a:r>
              <a:rPr lang="en-US" dirty="0" smtClean="0"/>
              <a:t> </a:t>
            </a:r>
            <a:r>
              <a:rPr lang="en-US" dirty="0" err="1" smtClean="0"/>
              <a:t>tại</a:t>
            </a:r>
            <a:r>
              <a:rPr lang="en-US" dirty="0" smtClean="0"/>
              <a:t>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b="1" dirty="0" err="1" smtClean="0">
                <a:solidFill>
                  <a:srgbClr val="FF0000"/>
                </a:solidFill>
              </a:rPr>
              <a:t>Giai</a:t>
            </a:r>
            <a:r>
              <a:rPr lang="en-US" b="1" dirty="0" smtClean="0">
                <a:solidFill>
                  <a:srgbClr val="FF0000"/>
                </a:solidFill>
              </a:rPr>
              <a:t> </a:t>
            </a:r>
            <a:r>
              <a:rPr lang="en-US" b="1" dirty="0" err="1" smtClean="0">
                <a:solidFill>
                  <a:srgbClr val="FF0000"/>
                </a:solidFill>
              </a:rPr>
              <a:t>đoạn</a:t>
            </a:r>
            <a:r>
              <a:rPr lang="en-US" b="1" dirty="0" smtClean="0">
                <a:solidFill>
                  <a:srgbClr val="FF0000"/>
                </a:solidFill>
              </a:rPr>
              <a:t> 3: </a:t>
            </a:r>
            <a:r>
              <a:rPr lang="en-US" dirty="0" err="1" smtClean="0"/>
              <a:t>Số</a:t>
            </a:r>
            <a:r>
              <a:rPr lang="en-US" dirty="0" smtClean="0"/>
              <a:t> </a:t>
            </a:r>
            <a:r>
              <a:rPr lang="en-US" dirty="0" err="1" smtClean="0"/>
              <a:t>Hóa</a:t>
            </a:r>
            <a:r>
              <a:rPr lang="en-US" dirty="0" smtClean="0"/>
              <a:t> </a:t>
            </a:r>
            <a:r>
              <a:rPr lang="en-US" dirty="0" err="1" smtClean="0"/>
              <a:t>Toàn</a:t>
            </a:r>
            <a:r>
              <a:rPr lang="en-US" dirty="0" smtClean="0"/>
              <a:t> </a:t>
            </a:r>
            <a:r>
              <a:rPr lang="en-US" dirty="0" err="1" smtClean="0"/>
              <a:t>Diện</a:t>
            </a:r>
            <a:r>
              <a:rPr lang="en-US" dirty="0" smtClean="0"/>
              <a:t> hay </a:t>
            </a:r>
            <a:r>
              <a:rPr lang="en-US" dirty="0" err="1" smtClean="0"/>
              <a:t>còn</a:t>
            </a:r>
            <a:r>
              <a:rPr lang="en-US" dirty="0" smtClean="0"/>
              <a:t> </a:t>
            </a:r>
            <a:r>
              <a:rPr lang="en-US" dirty="0" err="1" smtClean="0"/>
              <a:t>gọi</a:t>
            </a:r>
            <a:r>
              <a:rPr lang="en-US" dirty="0" smtClean="0"/>
              <a:t> </a:t>
            </a:r>
            <a:r>
              <a:rPr lang="en-US" dirty="0" err="1" smtClean="0"/>
              <a:t>là</a:t>
            </a:r>
            <a:r>
              <a:rPr lang="en-US" dirty="0" smtClean="0"/>
              <a:t> </a:t>
            </a:r>
            <a:r>
              <a:rPr lang="en-US" dirty="0" err="1" smtClean="0"/>
              <a:t>Chuyển</a:t>
            </a:r>
            <a:r>
              <a:rPr lang="en-US" dirty="0" smtClean="0"/>
              <a:t> </a:t>
            </a:r>
            <a:r>
              <a:rPr lang="en-US" dirty="0" err="1" smtClean="0"/>
              <a:t>đổi</a:t>
            </a:r>
            <a:r>
              <a:rPr lang="en-US" dirty="0" smtClean="0"/>
              <a:t> </a:t>
            </a:r>
            <a:r>
              <a:rPr lang="en-US" dirty="0" err="1" smtClean="0"/>
              <a:t>số</a:t>
            </a:r>
            <a:r>
              <a:rPr lang="en-US" dirty="0" smtClean="0"/>
              <a:t> - Digital Transformation: Ở </a:t>
            </a:r>
            <a:r>
              <a:rPr lang="en-US" dirty="0" err="1" smtClean="0"/>
              <a:t>mức</a:t>
            </a:r>
            <a:r>
              <a:rPr lang="en-US" dirty="0" smtClean="0"/>
              <a:t> </a:t>
            </a:r>
            <a:r>
              <a:rPr lang="en-US" dirty="0" err="1" smtClean="0"/>
              <a:t>này</a:t>
            </a:r>
            <a:r>
              <a:rPr lang="en-US" dirty="0" smtClean="0"/>
              <a:t>, </a:t>
            </a:r>
            <a:r>
              <a:rPr lang="en-US" dirty="0" err="1" smtClean="0"/>
              <a:t>doanh</a:t>
            </a:r>
            <a:r>
              <a:rPr lang="en-US" dirty="0" smtClean="0"/>
              <a:t> </a:t>
            </a:r>
            <a:r>
              <a:rPr lang="en-US" dirty="0" err="1" smtClean="0"/>
              <a:t>nghiệp</a:t>
            </a:r>
            <a:r>
              <a:rPr lang="en-US" dirty="0" smtClean="0"/>
              <a:t> </a:t>
            </a:r>
            <a:r>
              <a:rPr lang="en-US" dirty="0" err="1" smtClean="0"/>
              <a:t>có</a:t>
            </a:r>
            <a:r>
              <a:rPr lang="en-US" dirty="0" smtClean="0"/>
              <a:t> </a:t>
            </a:r>
            <a:r>
              <a:rPr lang="en-US" dirty="0" err="1" smtClean="0"/>
              <a:t>thể</a:t>
            </a:r>
            <a:r>
              <a:rPr lang="en-US" dirty="0" smtClean="0"/>
              <a:t> </a:t>
            </a:r>
            <a:r>
              <a:rPr lang="en-US" dirty="0" err="1" smtClean="0"/>
              <a:t>thay</a:t>
            </a:r>
            <a:r>
              <a:rPr lang="en-US" dirty="0" smtClean="0"/>
              <a:t> </a:t>
            </a:r>
            <a:r>
              <a:rPr lang="en-US" dirty="0" err="1" smtClean="0"/>
              <a:t>đổi</a:t>
            </a:r>
            <a:r>
              <a:rPr lang="en-US" dirty="0" smtClean="0"/>
              <a:t> </a:t>
            </a:r>
            <a:r>
              <a:rPr lang="en-US" dirty="0" err="1" smtClean="0"/>
              <a:t>được</a:t>
            </a:r>
            <a:r>
              <a:rPr lang="en-US" dirty="0" smtClean="0"/>
              <a:t> </a:t>
            </a:r>
            <a:r>
              <a:rPr lang="en-US" dirty="0" err="1" smtClean="0"/>
              <a:t>mô</a:t>
            </a:r>
            <a:r>
              <a:rPr lang="en-US" dirty="0" smtClean="0"/>
              <a:t> </a:t>
            </a:r>
            <a:r>
              <a:rPr lang="en-US" dirty="0" err="1" smtClean="0"/>
              <a:t>hình</a:t>
            </a:r>
            <a:r>
              <a:rPr lang="en-US" dirty="0" smtClean="0"/>
              <a:t> </a:t>
            </a:r>
            <a:r>
              <a:rPr lang="en-US" dirty="0" err="1" smtClean="0"/>
              <a:t>kinh</a:t>
            </a:r>
            <a:r>
              <a:rPr lang="en-US" dirty="0" smtClean="0"/>
              <a:t> </a:t>
            </a:r>
            <a:r>
              <a:rPr lang="en-US" dirty="0" err="1" smtClean="0"/>
              <a:t>doanh</a:t>
            </a:r>
            <a:r>
              <a:rPr lang="en-US" dirty="0" smtClean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BB27D0-EAFE-40F6-B9E5-C8583600C92A}" type="slidenum">
              <a:rPr lang="en-US" smtClean="0"/>
              <a:t>2</a:t>
            </a:fld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0" y="0"/>
            <a:ext cx="12192000" cy="1090863"/>
          </a:xfrm>
          <a:prstGeom prst="roundRect">
            <a:avLst/>
          </a:prstGeom>
          <a:ln w="28575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b="1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1">
                    <a:lumMod val="75000"/>
                  </a:schemeClr>
                </a:solidFill>
              </a:rPr>
              <a:t>CÁC GIAI ĐOẠN CỦA CHUYỂN ĐỔI SỐ</a:t>
            </a:r>
            <a:endParaRPr lang="en-US" sz="5400" b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6119446"/>
            <a:ext cx="12192000" cy="738554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0696074" y="6227113"/>
            <a:ext cx="1315452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dirty="0" smtClean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</a:rPr>
              <a:t>Slide 2</a:t>
            </a:r>
            <a:endParaRPr lang="en-US" sz="2800" b="1" cap="none" spc="0" dirty="0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</a:schemeClr>
                  </a:gs>
                </a:gsLst>
                <a:lin ang="5400000"/>
              </a:gra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88067501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Content Placeholder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09040156"/>
              </p:ext>
            </p:extLst>
          </p:nvPr>
        </p:nvGraphicFramePr>
        <p:xfrm>
          <a:off x="838200" y="142948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BB27D0-EAFE-40F6-B9E5-C8583600C92A}" type="slidenum">
              <a:rPr lang="en-US" smtClean="0"/>
              <a:t>3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0" y="6119446"/>
            <a:ext cx="12192000" cy="738554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0" y="0"/>
            <a:ext cx="12192000" cy="1090863"/>
          </a:xfrm>
          <a:prstGeom prst="roundRect">
            <a:avLst/>
          </a:prstGeom>
          <a:ln w="28575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b="1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1">
                    <a:lumMod val="75000"/>
                  </a:schemeClr>
                </a:solidFill>
              </a:rPr>
              <a:t>QUY TRÌNH CHUYỂN ĐỔI SỐ</a:t>
            </a:r>
            <a:endParaRPr lang="en-US" sz="5400" b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0696074" y="6227113"/>
            <a:ext cx="1315452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dirty="0" smtClean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</a:rPr>
              <a:t>Slide 3</a:t>
            </a:r>
            <a:endParaRPr lang="en-US" sz="2800" b="1" cap="none" spc="0" dirty="0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</a:schemeClr>
                  </a:gs>
                </a:gsLst>
                <a:lin ang="5400000"/>
              </a:gradFill>
              <a:effectLst/>
            </a:endParaRPr>
          </a:p>
        </p:txBody>
      </p:sp>
      <p:sp>
        <p:nvSpPr>
          <p:cNvPr id="10" name="Right Arrow 9">
            <a:hlinkClick r:id="" action="ppaction://hlinkshowjump?jump=firstslide"/>
          </p:cNvPr>
          <p:cNvSpPr/>
          <p:nvPr/>
        </p:nvSpPr>
        <p:spPr>
          <a:xfrm rot="10800000">
            <a:off x="4822053" y="6219825"/>
            <a:ext cx="1880587" cy="501650"/>
          </a:xfrm>
          <a:prstGeom prst="rightArrow">
            <a:avLst/>
          </a:prstGeom>
          <a:solidFill>
            <a:srgbClr val="FFFF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33790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BB27D0-EAFE-40F6-B9E5-C8583600C92A}" type="slidenum">
              <a:rPr lang="en-US" smtClean="0"/>
              <a:t>4</a:t>
            </a:fld>
            <a:endParaRPr lang="en-US"/>
          </a:p>
        </p:txBody>
      </p:sp>
      <p:graphicFrame>
        <p:nvGraphicFramePr>
          <p:cNvPr id="10" name="Content Placeholder 9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87503584"/>
              </p:ext>
            </p:extLst>
          </p:nvPr>
        </p:nvGraphicFramePr>
        <p:xfrm>
          <a:off x="212558" y="2005012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0" y="0"/>
            <a:ext cx="12192000" cy="1090863"/>
          </a:xfrm>
          <a:prstGeom prst="roundRect">
            <a:avLst/>
          </a:prstGeom>
          <a:ln w="28575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b="1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1">
                    <a:lumMod val="75000"/>
                  </a:schemeClr>
                </a:solidFill>
              </a:rPr>
              <a:t>NGÂN SÁCH ĐẦU TƯ CHUYỂN ĐỔI SỐ</a:t>
            </a:r>
            <a:endParaRPr lang="en-US" sz="5400" b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2" name="Slide Number Placeholder 3"/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3BB27D0-EAFE-40F6-B9E5-C8583600C92A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0" y="6119446"/>
            <a:ext cx="12192000" cy="738554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0696074" y="6227113"/>
            <a:ext cx="1315452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dirty="0" smtClean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</a:rPr>
              <a:t>Slide 4</a:t>
            </a:r>
            <a:endParaRPr lang="en-US" sz="2800" b="1" cap="none" spc="0" dirty="0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</a:schemeClr>
                  </a:gs>
                </a:gsLst>
                <a:lin ang="5400000"/>
              </a:gra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90773496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BB27D0-EAFE-40F6-B9E5-C8583600C92A}" type="slidenum">
              <a:rPr lang="en-US" smtClean="0"/>
              <a:t>5</a:t>
            </a:fld>
            <a:endParaRPr lang="en-US"/>
          </a:p>
        </p:txBody>
      </p:sp>
      <p:sp>
        <p:nvSpPr>
          <p:cNvPr id="5" name="Slide Number Placeholder 3"/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3BB27D0-EAFE-40F6-B9E5-C8583600C92A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6" name="Slide Number Placeholder 3"/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3BB27D0-EAFE-40F6-B9E5-C8583600C92A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6119446"/>
            <a:ext cx="12192000" cy="738554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0696074" y="6227113"/>
            <a:ext cx="1315452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dirty="0" smtClean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</a:rPr>
              <a:t>Slide 5</a:t>
            </a:r>
            <a:endParaRPr lang="en-US" sz="2800" b="1" cap="none" spc="0" dirty="0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</a:schemeClr>
                  </a:gs>
                </a:gsLst>
                <a:lin ang="5400000"/>
              </a:gradFill>
              <a:effectLst/>
            </a:endParaRPr>
          </a:p>
        </p:txBody>
      </p:sp>
      <p:sp>
        <p:nvSpPr>
          <p:cNvPr id="9" name="Text Box 2"/>
          <p:cNvSpPr txBox="1"/>
          <p:nvPr/>
        </p:nvSpPr>
        <p:spPr>
          <a:xfrm>
            <a:off x="2041864" y="301842"/>
            <a:ext cx="7546019" cy="3752316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CurveUp">
              <a:avLst>
                <a:gd name="adj" fmla="val 56338"/>
              </a:avLst>
            </a:prstTxWarp>
            <a:noAutofit/>
          </a:bodyPr>
          <a:lstStyle/>
          <a:p>
            <a:pPr algn="ctr">
              <a:lnSpc>
                <a:spcPct val="106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400" b="1" dirty="0" smtClean="0">
                <a:ln>
                  <a:noFill/>
                </a:ln>
                <a:solidFill>
                  <a:schemeClr val="accent1">
                    <a:lumMod val="75000"/>
                  </a:schemeClr>
                </a:solidFill>
                <a:effectLst>
                  <a:reflection blurRad="6350" stA="53000" endA="300" endPos="35500" dir="5400000" sy="-90000" algn="bl"/>
                </a:effectLst>
                <a:ea typeface="Calibri" panose="020F0502020204030204" pitchFamily="34" charset="0"/>
                <a:cs typeface="Times New Roman" panose="02020603050405020304" pitchFamily="18" charset="0"/>
              </a:rPr>
              <a:t>Thank you!</a:t>
            </a:r>
            <a:r>
              <a:rPr lang="en-US" sz="1600" dirty="0">
                <a:ln>
                  <a:noFill/>
                </a:ln>
                <a:gradFill>
                  <a:gsLst>
                    <a:gs pos="0">
                      <a:srgbClr val="203864"/>
                    </a:gs>
                    <a:gs pos="50000">
                      <a:srgbClr val="4472C4"/>
                    </a:gs>
                    <a:gs pos="100000">
                      <a:srgbClr val="8FAADC"/>
                    </a:gs>
                  </a:gsLst>
                  <a:lin ang="5400000" scaled="0"/>
                </a:gradFill>
                <a:effectLst>
                  <a:reflection blurRad="6350" stA="53000" endA="300" endPos="35500" dir="5400000" sy="-90000" algn="bl"/>
                </a:effectLst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en-US" sz="1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246851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197</Words>
  <Application>Microsoft Office PowerPoint</Application>
  <PresentationFormat>Widescreen</PresentationFormat>
  <Paragraphs>28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Arial</vt:lpstr>
      <vt:lpstr>Calibri</vt:lpstr>
      <vt:lpstr>Calibri Light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User</cp:lastModifiedBy>
  <cp:revision>6</cp:revision>
  <dcterms:created xsi:type="dcterms:W3CDTF">2025-08-11T02:21:43Z</dcterms:created>
  <dcterms:modified xsi:type="dcterms:W3CDTF">2025-08-11T02:59:07Z</dcterms:modified>
</cp:coreProperties>
</file>