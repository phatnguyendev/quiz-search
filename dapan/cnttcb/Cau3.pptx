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69" d="100"/>
          <a:sy n="69" d="100"/>
        </p:scale>
        <p:origin x="564"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4" y="2514601"/>
            <a:ext cx="8915399" cy="2262781"/>
          </a:xfrm>
        </p:spPr>
        <p:txBody>
          <a:bodyPr anchor="b">
            <a:normAutofit/>
          </a:bodyPr>
          <a:lstStyle>
            <a:lvl1pPr>
              <a:defRPr sz="5400"/>
            </a:lvl1pPr>
          </a:lstStyle>
          <a:p>
            <a:r>
              <a:rPr lang="en-US" smtClean="0"/>
              <a:t>Click to edit Master title style</a:t>
            </a:r>
            <a:endParaRPr lang="en-US" dirty="0"/>
          </a:p>
        </p:txBody>
      </p:sp>
      <p:sp>
        <p:nvSpPr>
          <p:cNvPr id="3" name="Subtitle 2"/>
          <p:cNvSpPr>
            <a:spLocks noGrp="1"/>
          </p:cNvSpPr>
          <p:nvPr>
            <p:ph type="subTitle" idx="1"/>
          </p:nvPr>
        </p:nvSpPr>
        <p:spPr>
          <a:xfrm>
            <a:off x="2589214" y="4777381"/>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7" name="Freeform 6"/>
          <p:cNvSpPr/>
          <p:nvPr/>
        </p:nvSpPr>
        <p:spPr bwMode="auto">
          <a:xfrm>
            <a:off x="1" y="4323812"/>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4" y="4529542"/>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150473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6" y="624110"/>
            <a:ext cx="8911687" cy="1280890"/>
          </a:xfrm>
        </p:spPr>
        <p:txBody>
          <a:bodyPr/>
          <a:lstStyle/>
          <a:p>
            <a:r>
              <a:rPr lang="en-US" smtClean="0"/>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212870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4" y="2058750"/>
            <a:ext cx="8915399" cy="146880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4"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8" y="31781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4" y="3244141"/>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5622333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D839670-7899-4822-B42F-596716C975C7}"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10"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4" y="787784"/>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5801515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2939374"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7506630"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7166957" y="2545738"/>
            <a:ext cx="4338675" cy="3354060"/>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D839670-7899-4822-B42F-596716C975C7}" type="datetimeFigureOut">
              <a:rPr lang="en-US" smtClean="0"/>
              <a:t>5/10/2026</a:t>
            </a:fld>
            <a:endParaRPr lang="en-US"/>
          </a:p>
        </p:txBody>
      </p:sp>
      <p:sp>
        <p:nvSpPr>
          <p:cNvPr id="8" name="Footer Placeholder 7"/>
          <p:cNvSpPr>
            <a:spLocks noGrp="1"/>
          </p:cNvSpPr>
          <p:nvPr>
            <p:ph type="ftr" sz="quarter" idx="11"/>
          </p:nvPr>
        </p:nvSpPr>
        <p:spPr/>
        <p:txBody>
          <a:bodyPr/>
          <a:lstStyle/>
          <a:p>
            <a:endParaRPr lang="en-US"/>
          </a:p>
        </p:txBody>
      </p:sp>
      <p:sp>
        <p:nvSpPr>
          <p:cNvPr id="12"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4" y="787784"/>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91725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D839670-7899-4822-B42F-596716C975C7}" type="datetimeFigureOut">
              <a:rPr lang="en-US" smtClean="0"/>
              <a:t>5/10/2026</a:t>
            </a:fld>
            <a:endParaRPr lang="en-US"/>
          </a:p>
        </p:txBody>
      </p:sp>
      <p:sp>
        <p:nvSpPr>
          <p:cNvPr id="4" name="Footer Placeholder 3"/>
          <p:cNvSpPr>
            <a:spLocks noGrp="1"/>
          </p:cNvSpPr>
          <p:nvPr>
            <p:ph type="ftr" sz="quarter" idx="11"/>
          </p:nvPr>
        </p:nvSpPr>
        <p:spPr/>
        <p:txBody>
          <a:bodyPr/>
          <a:lstStyle/>
          <a:p>
            <a:endParaRPr lang="en-US"/>
          </a:p>
        </p:txBody>
      </p:sp>
      <p:sp>
        <p:nvSpPr>
          <p:cNvPr id="7"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40501904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D839670-7899-4822-B42F-596716C975C7}" type="datetimeFigureOut">
              <a:rPr lang="en-US" smtClean="0"/>
              <a:t>5/10/2026</a:t>
            </a:fld>
            <a:endParaRPr lang="en-US"/>
          </a:p>
        </p:txBody>
      </p:sp>
      <p:sp>
        <p:nvSpPr>
          <p:cNvPr id="3" name="Footer Placeholder 2"/>
          <p:cNvSpPr>
            <a:spLocks noGrp="1"/>
          </p:cNvSpPr>
          <p:nvPr>
            <p:ph type="ftr" sz="quarter" idx="11"/>
          </p:nvPr>
        </p:nvSpPr>
        <p:spPr/>
        <p:txBody>
          <a:bodyPr/>
          <a:lstStyle/>
          <a:p>
            <a:endParaRPr lang="en-US"/>
          </a:p>
        </p:txBody>
      </p:sp>
      <p:sp>
        <p:nvSpPr>
          <p:cNvPr id="6"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479977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4" y="446088"/>
            <a:ext cx="3505199" cy="976312"/>
          </a:xfrm>
        </p:spPr>
        <p:txBody>
          <a:bodyPr anchor="b"/>
          <a:lstStyle>
            <a:lvl1pPr algn="l">
              <a:defRPr sz="2000" b="0"/>
            </a:lvl1pPr>
          </a:lstStyle>
          <a:p>
            <a:r>
              <a:rPr lang="en-US" smtClean="0"/>
              <a:t>Click to edit Master title style</a:t>
            </a:r>
            <a:endParaRPr lang="en-US" dirty="0"/>
          </a:p>
        </p:txBody>
      </p:sp>
      <p:sp>
        <p:nvSpPr>
          <p:cNvPr id="3" name="Content Placeholder 2"/>
          <p:cNvSpPr>
            <a:spLocks noGrp="1"/>
          </p:cNvSpPr>
          <p:nvPr>
            <p:ph idx="1"/>
          </p:nvPr>
        </p:nvSpPr>
        <p:spPr>
          <a:xfrm>
            <a:off x="6323012" y="446090"/>
            <a:ext cx="5181600" cy="5414963"/>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2589214"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32466246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8" y="491172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4" y="4983089"/>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2142845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4" y="609600"/>
            <a:ext cx="8915399" cy="3117040"/>
          </a:xfrm>
        </p:spPr>
        <p:txBody>
          <a:bodyPr anchor="ctr">
            <a:normAutofit/>
          </a:bodyPr>
          <a:lstStyle>
            <a:lvl1pPr algn="l">
              <a:defRPr sz="48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4"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8" y="31781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4" y="3244141"/>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306439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50" y="609600"/>
            <a:ext cx="8393927" cy="2895600"/>
          </a:xfrm>
        </p:spPr>
        <p:txBody>
          <a:bodyPr anchor="ctr">
            <a:normAutofit/>
          </a:bodyPr>
          <a:lstStyle>
            <a:lvl1pPr algn="l">
              <a:defRPr sz="4800" b="0" cap="none"/>
            </a:lvl1pPr>
          </a:lstStyle>
          <a:p>
            <a:r>
              <a:rPr lang="en-US" smtClean="0"/>
              <a:t>Click to edit Master title style</a:t>
            </a:r>
            <a:endParaRPr lang="en-US" dirty="0"/>
          </a:p>
        </p:txBody>
      </p:sp>
      <p:sp>
        <p:nvSpPr>
          <p:cNvPr id="13" name="Text Placeholder 9"/>
          <p:cNvSpPr>
            <a:spLocks noGrp="1"/>
          </p:cNvSpPr>
          <p:nvPr>
            <p:ph type="body" sz="quarter" idx="13"/>
          </p:nvPr>
        </p:nvSpPr>
        <p:spPr>
          <a:xfrm>
            <a:off x="3275012" y="3505200"/>
            <a:ext cx="7536555"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2589214"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11" name="Freeform 11"/>
          <p:cNvSpPr/>
          <p:nvPr/>
        </p:nvSpPr>
        <p:spPr bwMode="auto">
          <a:xfrm flipV="1">
            <a:off x="-4188" y="31781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4" y="3244141"/>
            <a:ext cx="779767" cy="365125"/>
          </a:xfrm>
        </p:spPr>
        <p:txBody>
          <a:bodyPr/>
          <a:lstStyle/>
          <a:p>
            <a:fld id="{C6FCA1E5-2047-4CA9-BED7-E8DDFA2D5444}"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748874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2"/>
            <a:ext cx="8915400" cy="2724845"/>
          </a:xfrm>
        </p:spPr>
        <p:txBody>
          <a:bodyPr anchor="b">
            <a:normAutofit/>
          </a:bodyPr>
          <a:lstStyle>
            <a:lvl1pPr algn="l">
              <a:defRPr sz="4800" b="0"/>
            </a:lvl1pPr>
          </a:lstStyle>
          <a:p>
            <a:r>
              <a:rPr lang="en-US" smtClean="0"/>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8" y="491172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4" y="4983089"/>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3979873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50" y="609600"/>
            <a:ext cx="8393927" cy="2895600"/>
          </a:xfrm>
        </p:spPr>
        <p:txBody>
          <a:bodyPr anchor="ctr">
            <a:normAutofit/>
          </a:bodyPr>
          <a:lstStyle>
            <a:lvl1pPr algn="l">
              <a:defRPr sz="4800" b="0" cap="none"/>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11" name="Freeform 11"/>
          <p:cNvSpPr/>
          <p:nvPr/>
        </p:nvSpPr>
        <p:spPr bwMode="auto">
          <a:xfrm flipV="1">
            <a:off x="-4188" y="491172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4" y="4983089"/>
            <a:ext cx="779767" cy="365125"/>
          </a:xfrm>
        </p:spPr>
        <p:txBody>
          <a:bodyPr/>
          <a:lstStyle/>
          <a:p>
            <a:fld id="{C6FCA1E5-2047-4CA9-BED7-E8DDFA2D5444}"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8973693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4" y="627407"/>
            <a:ext cx="8915399" cy="2880020"/>
          </a:xfrm>
        </p:spPr>
        <p:txBody>
          <a:bodyPr anchor="ctr">
            <a:normAutofit/>
          </a:bodyPr>
          <a:lstStyle>
            <a:lvl1pPr algn="l">
              <a:defRPr sz="4800" b="0"/>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Click to edit Master text styles</a:t>
            </a:r>
          </a:p>
        </p:txBody>
      </p:sp>
      <p:sp>
        <p:nvSpPr>
          <p:cNvPr id="5" name="Date Placeholder 4"/>
          <p:cNvSpPr>
            <a:spLocks noGrp="1"/>
          </p:cNvSpPr>
          <p:nvPr>
            <p:ph type="dt" sz="half" idx="10"/>
          </p:nvPr>
        </p:nvSpPr>
        <p:spPr/>
        <p:txBody>
          <a:bodyPr/>
          <a:lstStyle/>
          <a:p>
            <a:fld id="{6D839670-7899-4822-B42F-596716C975C7}"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8" y="491172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4" y="4983089"/>
            <a:ext cx="779767" cy="365125"/>
          </a:xfrm>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2036895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5197447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3" y="627407"/>
            <a:ext cx="2207601" cy="5283817"/>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2589212" y="627407"/>
            <a:ext cx="6477000" cy="5283817"/>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D839670-7899-4822-B42F-596716C975C7}"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8" y="714377"/>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C6FCA1E5-2047-4CA9-BED7-E8DDFA2D5444}" type="slidenum">
              <a:rPr lang="en-US" smtClean="0"/>
              <a:t>‹#›</a:t>
            </a:fld>
            <a:endParaRPr lang="en-US"/>
          </a:p>
        </p:txBody>
      </p:sp>
    </p:spTree>
    <p:extLst>
      <p:ext uri="{BB962C8B-B14F-4D97-AF65-F5344CB8AC3E}">
        <p14:creationId xmlns:p14="http://schemas.microsoft.com/office/powerpoint/2010/main" val="10609574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2"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5"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6" y="624110"/>
            <a:ext cx="8911687" cy="128089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10361613"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6D839670-7899-4822-B42F-596716C975C7}" type="datetimeFigureOut">
              <a:rPr lang="en-US" smtClean="0"/>
              <a:t>5/10/2026</a:t>
            </a:fld>
            <a:endParaRPr lang="en-US"/>
          </a:p>
        </p:txBody>
      </p:sp>
      <p:sp>
        <p:nvSpPr>
          <p:cNvPr id="5" name="Footer Placeholder 4"/>
          <p:cNvSpPr>
            <a:spLocks noGrp="1"/>
          </p:cNvSpPr>
          <p:nvPr>
            <p:ph type="ftr" sz="quarter" idx="3"/>
          </p:nvPr>
        </p:nvSpPr>
        <p:spPr>
          <a:xfrm>
            <a:off x="2589214" y="6135810"/>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bwMode="gray">
          <a:xfrm>
            <a:off x="531814" y="787784"/>
            <a:ext cx="779767" cy="365125"/>
          </a:xfrm>
          <a:prstGeom prst="rect">
            <a:avLst/>
          </a:prstGeom>
        </p:spPr>
        <p:txBody>
          <a:bodyPr vert="horz" lIns="91440" tIns="45720" rIns="91440" bIns="45720" rtlCol="0" anchor="ctr"/>
          <a:lstStyle>
            <a:lvl1pPr algn="r">
              <a:defRPr sz="2000">
                <a:solidFill>
                  <a:srgbClr val="FEFFFF"/>
                </a:solidFill>
              </a:defRPr>
            </a:lvl1pPr>
          </a:lstStyle>
          <a:p>
            <a:fld id="{C6FCA1E5-2047-4CA9-BED7-E8DDFA2D5444}" type="slidenum">
              <a:rPr lang="en-US" smtClean="0"/>
              <a:t>‹#›</a:t>
            </a:fld>
            <a:endParaRPr lang="en-US"/>
          </a:p>
        </p:txBody>
      </p:sp>
    </p:spTree>
    <p:extLst>
      <p:ext uri="{BB962C8B-B14F-4D97-AF65-F5344CB8AC3E}">
        <p14:creationId xmlns:p14="http://schemas.microsoft.com/office/powerpoint/2010/main" val="281390684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slideLayout" Target="../slideLayouts/slideLayout1.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slideLayout" Target="../slideLayouts/slideLayout5.xml"/><Relationship Id="rId1" Type="http://schemas.openxmlformats.org/officeDocument/2006/relationships/themeOverride" Target="../theme/themeOverride2.xml"/><Relationship Id="rId5" Type="http://schemas.openxmlformats.org/officeDocument/2006/relationships/image" Target="../media/image4.JP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slideLayout" Target="../slideLayouts/slideLayout2.xml"/><Relationship Id="rId1" Type="http://schemas.openxmlformats.org/officeDocument/2006/relationships/themeOverride" Target="../theme/themeOverride3.xml"/><Relationship Id="rId4" Type="http://schemas.openxmlformats.org/officeDocument/2006/relationships/slide" Target="slide3.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slide1.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1570183" y="537738"/>
            <a:ext cx="9578109" cy="1224136"/>
          </a:xfrm>
        </p:spPr>
        <p:txBody>
          <a:bodyPr>
            <a:noAutofit/>
          </a:bodyPr>
          <a:lstStyle/>
          <a:p>
            <a:r>
              <a:rPr lang="vi-VN" sz="3600" b="1" cap="all" dirty="0">
                <a:ln w="9000" cmpd="sng">
                  <a:solidFill>
                    <a:schemeClr val="accent4">
                      <a:shade val="50000"/>
                      <a:satMod val="120000"/>
                    </a:schemeClr>
                  </a:solidFill>
                  <a:prstDash val="solid"/>
                </a:ln>
                <a:solidFill>
                  <a:srgbClr val="00B0F0"/>
                </a:solidFill>
                <a:effectLst>
                  <a:reflection blurRad="12700" stA="28000" endPos="45000" dist="1000" dir="5400000" sy="-100000" algn="bl" rotWithShape="0"/>
                </a:effectLst>
                <a:latin typeface="+mn-lt"/>
                <a:ea typeface="+mn-ea"/>
                <a:cs typeface="+mn-cs"/>
              </a:rPr>
              <a:t>Giới thiệu du lịch tỉnh khánh hòa</a:t>
            </a:r>
          </a:p>
        </p:txBody>
      </p:sp>
      <p:sp>
        <p:nvSpPr>
          <p:cNvPr id="3" name="Subtitle 2"/>
          <p:cNvSpPr>
            <a:spLocks noGrp="1"/>
          </p:cNvSpPr>
          <p:nvPr>
            <p:ph type="subTitle" idx="1"/>
          </p:nvPr>
        </p:nvSpPr>
        <p:spPr>
          <a:xfrm>
            <a:off x="1692078" y="6309321"/>
            <a:ext cx="1163563" cy="314423"/>
          </a:xfrm>
        </p:spPr>
        <p:txBody>
          <a:bodyPr>
            <a:normAutofit fontScale="92500" lnSpcReduction="20000"/>
          </a:bodyPr>
          <a:lstStyle/>
          <a:p>
            <a:r>
              <a:rPr lang="vi-VN" b="1" smtClean="0">
                <a:solidFill>
                  <a:srgbClr val="FF0000"/>
                </a:solidFill>
              </a:rPr>
              <a:t>Slide 1</a:t>
            </a:r>
            <a:endParaRPr lang="vi-VN" b="1">
              <a:solidFill>
                <a:srgbClr val="FF0000"/>
              </a:solidFill>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58666" y="2183235"/>
            <a:ext cx="4464751" cy="3580254"/>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3716269201"/>
      </p:ext>
    </p:extLst>
  </p:cSld>
  <p:clrMapOvr>
    <a:overrideClrMapping bg1="lt1" tx1="dk1" bg2="lt2" tx2="dk2" accent1="accent1" accent2="accent2" accent3="accent3" accent4="accent4" accent5="accent5" accent6="accent6" hlink="hlink" folHlink="folHlink"/>
  </p:clrMapOvr>
  <p:transition spd="slow">
    <p:wipe/>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vi-VN" sz="2800" b="1" cap="all">
                <a:ln w="9000" cmpd="sng">
                  <a:solidFill>
                    <a:schemeClr val="accent4">
                      <a:shade val="50000"/>
                      <a:satMod val="120000"/>
                    </a:schemeClr>
                  </a:solidFill>
                  <a:prstDash val="solid"/>
                </a:ln>
                <a:solidFill>
                  <a:srgbClr val="00B0F0"/>
                </a:solidFill>
                <a:effectLst>
                  <a:reflection blurRad="12700" stA="28000" endPos="45000" dist="1000" dir="5400000" sy="-100000" algn="bl" rotWithShape="0"/>
                </a:effectLst>
                <a:latin typeface="+mn-lt"/>
                <a:ea typeface="+mn-ea"/>
                <a:cs typeface="+mn-cs"/>
              </a:rPr>
              <a:t>Một số điểm du lịch nổi tiếng</a:t>
            </a:r>
          </a:p>
        </p:txBody>
      </p:sp>
      <p:pic>
        <p:nvPicPr>
          <p:cNvPr id="7" name="Content Placeholder 6"/>
          <p:cNvPicPr>
            <a:picLocks noGrp="1" noChangeAspect="1"/>
          </p:cNvPicPr>
          <p:nvPr>
            <p:ph sz="half" idx="2"/>
          </p:nvPr>
        </p:nvPicPr>
        <p:blipFill>
          <a:blip r:embed="rId3" cstate="print">
            <a:extLst>
              <a:ext uri="{28A0092B-C50C-407E-A947-70E740481C1C}">
                <a14:useLocalDpi xmlns:a14="http://schemas.microsoft.com/office/drawing/2010/main" val="0"/>
              </a:ext>
            </a:extLst>
          </a:blip>
          <a:stretch>
            <a:fillRect/>
          </a:stretch>
        </p:blipFill>
        <p:spPr>
          <a:xfrm>
            <a:off x="7032104" y="1628800"/>
            <a:ext cx="1625368" cy="1219026"/>
          </a:xfrm>
          <a:prstGeom prst="rect">
            <a:avLst/>
          </a:prstGeom>
          <a:ln w="88900" cap="sq" cmpd="thickThin">
            <a:solidFill>
              <a:srgbClr val="000000"/>
            </a:solidFill>
            <a:prstDash val="solid"/>
            <a:miter lim="800000"/>
          </a:ln>
          <a:effectLst>
            <a:innerShdw blurRad="76200">
              <a:srgbClr val="000000"/>
            </a:innerShdw>
            <a:reflection blurRad="6350" stA="50000" endA="300" endPos="55000" dir="5400000" sy="-100000" algn="bl" rotWithShape="0"/>
          </a:effectLst>
        </p:spPr>
      </p:pic>
      <p:pic>
        <p:nvPicPr>
          <p:cNvPr id="8" name="Content Placeholder 7"/>
          <p:cNvPicPr>
            <a:picLocks noGrp="1" noChangeAspect="1"/>
          </p:cNvPicPr>
          <p:nvPr>
            <p:ph sz="quarter" idx="4"/>
          </p:nvPr>
        </p:nvPicPr>
        <p:blipFill>
          <a:blip r:embed="rId4" cstate="print">
            <a:extLst>
              <a:ext uri="{28A0092B-C50C-407E-A947-70E740481C1C}">
                <a14:useLocalDpi xmlns:a14="http://schemas.microsoft.com/office/drawing/2010/main" val="0"/>
              </a:ext>
            </a:extLst>
          </a:blip>
          <a:stretch>
            <a:fillRect/>
          </a:stretch>
        </p:blipFill>
        <p:spPr>
          <a:xfrm>
            <a:off x="7529744" y="2924945"/>
            <a:ext cx="1646196" cy="123464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reflection blurRad="6350" stA="50000" endA="300" endPos="90000" dir="5400000" sy="-100000" algn="bl" rotWithShape="0"/>
          </a:effectLst>
          <a:scene3d>
            <a:camera prst="orthographicFront"/>
            <a:lightRig rig="twoPt" dir="t">
              <a:rot lat="0" lon="0" rev="7800000"/>
            </a:lightRig>
          </a:scene3d>
          <a:sp3d contourW="6350">
            <a:bevelT w="50800" h="16510"/>
            <a:contourClr>
              <a:srgbClr val="C0C0C0"/>
            </a:contourClr>
          </a:sp3d>
        </p:spPr>
      </p:pic>
      <p:pic>
        <p:nvPicPr>
          <p:cNvPr id="9" name="Picture 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24192" y="4276448"/>
            <a:ext cx="1993404" cy="1328936"/>
          </a:xfrm>
          <a:prstGeom prst="rect">
            <a:avLst/>
          </a:prstGeom>
          <a:ln w="190500" cap="sq">
            <a:solidFill>
              <a:srgbClr val="C8C6BD"/>
            </a:solidFill>
            <a:prstDash val="solid"/>
            <a:miter lim="800000"/>
          </a:ln>
          <a:effectLst>
            <a:outerShdw blurRad="254000" algn="bl" rotWithShape="0">
              <a:srgbClr val="000000">
                <a:alpha val="43000"/>
              </a:srgbClr>
            </a:outerShdw>
            <a:reflection blurRad="6350" stA="50000" endA="300" endPos="90000" dir="5400000" sy="-100000" algn="bl" rotWithShape="0"/>
          </a:effectLst>
          <a:scene3d>
            <a:camera prst="perspectiveFront" fov="5400000"/>
            <a:lightRig rig="threePt" dir="t">
              <a:rot lat="0" lon="0" rev="2100000"/>
            </a:lightRig>
          </a:scene3d>
          <a:sp3d extrusionH="25400">
            <a:bevelT w="304800" h="152400" prst="hardEdge"/>
            <a:extrusionClr>
              <a:srgbClr val="000000"/>
            </a:extrusionClr>
          </a:sp3d>
        </p:spPr>
      </p:pic>
      <p:sp>
        <p:nvSpPr>
          <p:cNvPr id="10" name="TextBox 9"/>
          <p:cNvSpPr txBox="1"/>
          <p:nvPr/>
        </p:nvSpPr>
        <p:spPr>
          <a:xfrm>
            <a:off x="3647728" y="1988840"/>
            <a:ext cx="1641796" cy="369332"/>
          </a:xfrm>
          <a:prstGeom prst="rect">
            <a:avLst/>
          </a:prstGeom>
          <a:noFill/>
        </p:spPr>
        <p:txBody>
          <a:bodyPr wrap="none" rtlCol="0">
            <a:spAutoFit/>
          </a:bodyPr>
          <a:lstStyle/>
          <a:p>
            <a:pPr marL="285750" indent="-285750">
              <a:buClr>
                <a:schemeClr val="accent1"/>
              </a:buClr>
              <a:buFont typeface="Wingdings" pitchFamily="2" charset="2"/>
              <a:buChar char=""/>
            </a:pPr>
            <a:r>
              <a:rPr lang="vi-VN"/>
              <a:t> </a:t>
            </a:r>
            <a:r>
              <a:rPr lang="vi-VN">
                <a:solidFill>
                  <a:schemeClr val="tx1">
                    <a:lumMod val="75000"/>
                    <a:lumOff val="25000"/>
                  </a:schemeClr>
                </a:solidFill>
              </a:rPr>
              <a:t>Hòn</a:t>
            </a:r>
            <a:r>
              <a:rPr lang="vi-VN"/>
              <a:t> chồng</a:t>
            </a:r>
          </a:p>
        </p:txBody>
      </p:sp>
      <p:sp>
        <p:nvSpPr>
          <p:cNvPr id="11" name="TextBox 10"/>
          <p:cNvSpPr txBox="1"/>
          <p:nvPr/>
        </p:nvSpPr>
        <p:spPr>
          <a:xfrm>
            <a:off x="3647729" y="3429000"/>
            <a:ext cx="1250663" cy="369332"/>
          </a:xfrm>
          <a:prstGeom prst="rect">
            <a:avLst/>
          </a:prstGeom>
          <a:noFill/>
        </p:spPr>
        <p:txBody>
          <a:bodyPr wrap="none" rtlCol="0">
            <a:spAutoFit/>
          </a:bodyPr>
          <a:lstStyle/>
          <a:p>
            <a:pPr marL="285750" indent="-285750">
              <a:buClr>
                <a:schemeClr val="accent1"/>
              </a:buClr>
              <a:buFont typeface="Wingdings" pitchFamily="2" charset="2"/>
              <a:buChar char=""/>
            </a:pPr>
            <a:r>
              <a:rPr lang="vi-VN"/>
              <a:t>Đảo khỉ</a:t>
            </a:r>
          </a:p>
        </p:txBody>
      </p:sp>
      <p:sp>
        <p:nvSpPr>
          <p:cNvPr id="12" name="TextBox 11"/>
          <p:cNvSpPr txBox="1"/>
          <p:nvPr/>
        </p:nvSpPr>
        <p:spPr>
          <a:xfrm>
            <a:off x="3647728" y="4756250"/>
            <a:ext cx="1776448" cy="369332"/>
          </a:xfrm>
          <a:prstGeom prst="rect">
            <a:avLst/>
          </a:prstGeom>
          <a:noFill/>
        </p:spPr>
        <p:txBody>
          <a:bodyPr wrap="none" rtlCol="0">
            <a:spAutoFit/>
          </a:bodyPr>
          <a:lstStyle/>
          <a:p>
            <a:pPr marL="285750" indent="-285750">
              <a:buClr>
                <a:schemeClr val="accent1"/>
              </a:buClr>
              <a:buFont typeface="Wingdings" pitchFamily="2" charset="2"/>
              <a:buChar char=""/>
            </a:pPr>
            <a:r>
              <a:rPr lang="vi-VN"/>
              <a:t> Đảo hoa lan</a:t>
            </a:r>
          </a:p>
        </p:txBody>
      </p:sp>
      <p:sp>
        <p:nvSpPr>
          <p:cNvPr id="15" name="Subtitle 2"/>
          <p:cNvSpPr txBox="1">
            <a:spLocks/>
          </p:cNvSpPr>
          <p:nvPr/>
        </p:nvSpPr>
        <p:spPr>
          <a:xfrm>
            <a:off x="1692078" y="6309321"/>
            <a:ext cx="1163563" cy="314423"/>
          </a:xfrm>
          <a:prstGeom prst="rect">
            <a:avLst/>
          </a:prstGeom>
        </p:spPr>
        <p:txBody>
          <a:bodyPr vert="horz" lIns="91440" tIns="45720" rIns="91440" bIns="45720" rtlCol="0" anchor="b">
            <a:normAutofit fontScale="70000" lnSpcReduction="20000"/>
          </a:bodyPr>
          <a:lstStyle>
            <a:lvl1pPr marL="0" indent="0" algn="l" defTabSz="457200" rtl="0" eaLnBrk="1" latinLnBrk="0" hangingPunct="1">
              <a:spcBef>
                <a:spcPts val="1000"/>
              </a:spcBef>
              <a:spcAft>
                <a:spcPts val="0"/>
              </a:spcAft>
              <a:buClr>
                <a:schemeClr val="accent1"/>
              </a:buClr>
              <a:buFont typeface="Wingdings 3" charset="2"/>
              <a:buNone/>
              <a:defRPr sz="2400" b="0" kern="1200">
                <a:solidFill>
                  <a:schemeClr val="tx1">
                    <a:lumMod val="75000"/>
                    <a:lumOff val="25000"/>
                  </a:schemeClr>
                </a:solidFill>
                <a:latin typeface="+mn-lt"/>
                <a:ea typeface="+mn-ea"/>
                <a:cs typeface="+mn-cs"/>
              </a:defRPr>
            </a:lvl1pPr>
            <a:lvl2pPr marL="457200" indent="0" algn="l" defTabSz="457200" rtl="0" eaLnBrk="1" latinLnBrk="0" hangingPunct="1">
              <a:spcBef>
                <a:spcPts val="1000"/>
              </a:spcBef>
              <a:spcAft>
                <a:spcPts val="0"/>
              </a:spcAft>
              <a:buClr>
                <a:schemeClr val="accent1"/>
              </a:buClr>
              <a:buFont typeface="Wingdings 3" charset="2"/>
              <a:buNone/>
              <a:defRPr sz="2000" b="1" kern="1200">
                <a:solidFill>
                  <a:schemeClr val="tx1">
                    <a:lumMod val="75000"/>
                    <a:lumOff val="25000"/>
                  </a:schemeClr>
                </a:solidFill>
                <a:latin typeface="+mn-lt"/>
                <a:ea typeface="+mn-ea"/>
                <a:cs typeface="+mn-cs"/>
              </a:defRPr>
            </a:lvl2pPr>
            <a:lvl3pPr marL="914400" indent="0" algn="l" defTabSz="457200" rtl="0" eaLnBrk="1" latinLnBrk="0" hangingPunct="1">
              <a:spcBef>
                <a:spcPts val="1000"/>
              </a:spcBef>
              <a:spcAft>
                <a:spcPts val="0"/>
              </a:spcAft>
              <a:buClr>
                <a:schemeClr val="accent1"/>
              </a:buClr>
              <a:buFont typeface="Wingdings 3" charset="2"/>
              <a:buNone/>
              <a:defRPr sz="1800" b="1" kern="1200">
                <a:solidFill>
                  <a:schemeClr val="tx1">
                    <a:lumMod val="75000"/>
                    <a:lumOff val="25000"/>
                  </a:schemeClr>
                </a:solidFill>
                <a:latin typeface="+mn-lt"/>
                <a:ea typeface="+mn-ea"/>
                <a:cs typeface="+mn-cs"/>
              </a:defRPr>
            </a:lvl3pPr>
            <a:lvl4pPr marL="13716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4pPr>
            <a:lvl5pPr marL="18288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5pPr>
            <a:lvl6pPr marL="22860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6pPr>
            <a:lvl7pPr marL="27432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7pPr>
            <a:lvl8pPr marL="32004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8pPr>
            <a:lvl9pPr marL="3657600" indent="0" algn="l" defTabSz="457200" rtl="0" eaLnBrk="1" latinLnBrk="0" hangingPunct="1">
              <a:spcBef>
                <a:spcPts val="1000"/>
              </a:spcBef>
              <a:spcAft>
                <a:spcPts val="0"/>
              </a:spcAft>
              <a:buClr>
                <a:schemeClr val="accent1"/>
              </a:buClr>
              <a:buFont typeface="Wingdings 3" charset="2"/>
              <a:buNone/>
              <a:defRPr sz="1600" b="1" kern="1200">
                <a:solidFill>
                  <a:schemeClr val="tx1">
                    <a:lumMod val="75000"/>
                    <a:lumOff val="25000"/>
                  </a:schemeClr>
                </a:solidFill>
                <a:latin typeface="+mn-lt"/>
                <a:ea typeface="+mn-ea"/>
                <a:cs typeface="+mn-cs"/>
              </a:defRPr>
            </a:lvl9pPr>
          </a:lstStyle>
          <a:p>
            <a:r>
              <a:rPr lang="vi-VN" b="1">
                <a:solidFill>
                  <a:srgbClr val="FF0000"/>
                </a:solidFill>
              </a:rPr>
              <a:t>Slide 2</a:t>
            </a:r>
          </a:p>
        </p:txBody>
      </p:sp>
    </p:spTree>
    <p:extLst>
      <p:ext uri="{BB962C8B-B14F-4D97-AF65-F5344CB8AC3E}">
        <p14:creationId xmlns:p14="http://schemas.microsoft.com/office/powerpoint/2010/main" val="257843579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arn(inVertical)">
                                      <p:cBhvr>
                                        <p:cTn id="7" dur="500"/>
                                        <p:tgtEl>
                                          <p:spTgt spid="7"/>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barn(inVertical)">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21" presetClass="entr" presetSubtype="1"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heel(1)">
                                      <p:cBhvr>
                                        <p:cTn id="15" dur="2000"/>
                                        <p:tgtEl>
                                          <p:spTgt spid="8"/>
                                        </p:tgtEl>
                                      </p:cBhvr>
                                    </p:animEffect>
                                  </p:childTnLst>
                                </p:cTn>
                              </p:par>
                              <p:par>
                                <p:cTn id="16" presetID="21" presetClass="entr" presetSubtype="1"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heel(1)">
                                      <p:cBhvr>
                                        <p:cTn id="18" dur="20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p:cTn id="23" dur="500" fill="hold"/>
                                        <p:tgtEl>
                                          <p:spTgt spid="9"/>
                                        </p:tgtEl>
                                        <p:attrNameLst>
                                          <p:attrName>ppt_w</p:attrName>
                                        </p:attrNameLst>
                                      </p:cBhvr>
                                      <p:tavLst>
                                        <p:tav tm="0">
                                          <p:val>
                                            <p:fltVal val="0"/>
                                          </p:val>
                                        </p:tav>
                                        <p:tav tm="100000">
                                          <p:val>
                                            <p:strVal val="#ppt_w"/>
                                          </p:val>
                                        </p:tav>
                                      </p:tavLst>
                                    </p:anim>
                                    <p:anim calcmode="lin" valueType="num">
                                      <p:cBhvr>
                                        <p:cTn id="24" dur="500" fill="hold"/>
                                        <p:tgtEl>
                                          <p:spTgt spid="9"/>
                                        </p:tgtEl>
                                        <p:attrNameLst>
                                          <p:attrName>ppt_h</p:attrName>
                                        </p:attrNameLst>
                                      </p:cBhvr>
                                      <p:tavLst>
                                        <p:tav tm="0">
                                          <p:val>
                                            <p:fltVal val="0"/>
                                          </p:val>
                                        </p:tav>
                                        <p:tav tm="100000">
                                          <p:val>
                                            <p:strVal val="#ppt_h"/>
                                          </p:val>
                                        </p:tav>
                                      </p:tavLst>
                                    </p:anim>
                                    <p:animEffect transition="in" filter="fade">
                                      <p:cBhvr>
                                        <p:cTn id="25" dur="500"/>
                                        <p:tgtEl>
                                          <p:spTgt spid="9"/>
                                        </p:tgtEl>
                                      </p:cBhvr>
                                    </p:animEffect>
                                  </p:childTnLst>
                                </p:cTn>
                              </p:par>
                              <p:par>
                                <p:cTn id="26" presetID="53" presetClass="entr" presetSubtype="16"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 calcmode="lin" valueType="num">
                                      <p:cBhvr>
                                        <p:cTn id="28" dur="500" fill="hold"/>
                                        <p:tgtEl>
                                          <p:spTgt spid="12"/>
                                        </p:tgtEl>
                                        <p:attrNameLst>
                                          <p:attrName>ppt_w</p:attrName>
                                        </p:attrNameLst>
                                      </p:cBhvr>
                                      <p:tavLst>
                                        <p:tav tm="0">
                                          <p:val>
                                            <p:fltVal val="0"/>
                                          </p:val>
                                        </p:tav>
                                        <p:tav tm="100000">
                                          <p:val>
                                            <p:strVal val="#ppt_w"/>
                                          </p:val>
                                        </p:tav>
                                      </p:tavLst>
                                    </p:anim>
                                    <p:anim calcmode="lin" valueType="num">
                                      <p:cBhvr>
                                        <p:cTn id="29" dur="500" fill="hold"/>
                                        <p:tgtEl>
                                          <p:spTgt spid="12"/>
                                        </p:tgtEl>
                                        <p:attrNameLst>
                                          <p:attrName>ppt_h</p:attrName>
                                        </p:attrNameLst>
                                      </p:cBhvr>
                                      <p:tavLst>
                                        <p:tav tm="0">
                                          <p:val>
                                            <p:fltVal val="0"/>
                                          </p:val>
                                        </p:tav>
                                        <p:tav tm="100000">
                                          <p:val>
                                            <p:strVal val="#ppt_h"/>
                                          </p:val>
                                        </p:tav>
                                      </p:tavLst>
                                    </p:anim>
                                    <p:animEffect transition="in" filter="fade">
                                      <p:cBhvr>
                                        <p:cTn id="3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338064" y="520304"/>
            <a:ext cx="10668000" cy="1280890"/>
          </a:xfrm>
        </p:spPr>
        <p:txBody>
          <a:bodyPr>
            <a:noAutofit/>
          </a:bodyPr>
          <a:lstStyle/>
          <a:p>
            <a:pPr algn="ctr"/>
            <a:r>
              <a:rPr lang="vi-VN" sz="4400" b="1" cap="all">
                <a:ln w="9000" cmpd="sng">
                  <a:solidFill>
                    <a:schemeClr val="accent4">
                      <a:shade val="50000"/>
                      <a:satMod val="120000"/>
                    </a:schemeClr>
                  </a:solidFill>
                  <a:prstDash val="solid"/>
                </a:ln>
                <a:solidFill>
                  <a:srgbClr val="00B0F0"/>
                </a:solidFill>
                <a:effectLst>
                  <a:reflection blurRad="12700" stA="28000" endPos="45000" dist="1000" dir="5400000" sy="-100000" algn="bl" rotWithShape="0"/>
                </a:effectLst>
                <a:latin typeface="+mn-lt"/>
                <a:ea typeface="+mn-ea"/>
                <a:cs typeface="+mn-cs"/>
              </a:rPr>
              <a:t>Giới thiệu về đảo hoa lan</a:t>
            </a:r>
          </a:p>
        </p:txBody>
      </p:sp>
      <p:sp>
        <p:nvSpPr>
          <p:cNvPr id="3" name="Subtitle 2"/>
          <p:cNvSpPr>
            <a:spLocks noGrp="1"/>
          </p:cNvSpPr>
          <p:nvPr>
            <p:ph idx="1"/>
          </p:nvPr>
        </p:nvSpPr>
        <p:spPr>
          <a:xfrm>
            <a:off x="2434534" y="1434658"/>
            <a:ext cx="8492084" cy="2088232"/>
          </a:xfrm>
        </p:spPr>
        <p:txBody>
          <a:bodyPr>
            <a:noAutofit/>
          </a:bodyPr>
          <a:lstStyle/>
          <a:p>
            <a:pPr algn="just"/>
            <a:r>
              <a:rPr lang="vi-VN" sz="2400" smtClean="0"/>
              <a:t>Nằm trên bán đảo hòn hẻo và cách trung tâm thành phố 15km về phía bắc. Đapr hoa lan mang đến cho du khách một không gian nhẹ nhàng dễ chịu với những tiếng chim hot tiếng suối nước chảy róc rách và những con đường rợp bóng cây xanh mát. Cũng như sác hương của hơn 100 loài hoa lan hiện tại</a:t>
            </a:r>
            <a:endParaRPr lang="vi-VN" sz="240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6080" y="3703970"/>
            <a:ext cx="3312368" cy="2208245"/>
          </a:xfrm>
          <a:prstGeom prst="roundRect">
            <a:avLst>
              <a:gd name="adj" fmla="val 11111"/>
            </a:avLst>
          </a:prstGeom>
          <a:ln w="190500" cap="rnd">
            <a:solidFill>
              <a:srgbClr val="C8C6BD"/>
            </a:solidFill>
            <a:prstDash val="solid"/>
          </a:ln>
          <a:effectLst>
            <a:outerShdw blurRad="101600" dist="50800" dir="7200000" algn="tl" rotWithShape="0">
              <a:srgbClr val="000000">
                <a:alpha val="45000"/>
              </a:srgbClr>
            </a:outerShdw>
          </a:effectLst>
          <a:scene3d>
            <a:camera prst="perspectiveFront" fov="5400000"/>
            <a:lightRig rig="threePt" dir="t">
              <a:rot lat="0" lon="0" rev="19200000"/>
            </a:lightRig>
          </a:scene3d>
          <a:sp3d extrusionH="25400">
            <a:bevelT w="304800" h="152400" prst="hardEdge"/>
            <a:extrusionClr>
              <a:srgbClr val="FFFFFF"/>
            </a:extrusionClr>
          </a:sp3d>
        </p:spPr>
      </p:pic>
      <p:sp>
        <p:nvSpPr>
          <p:cNvPr id="7" name="Left Arrow 6">
            <a:hlinkClick r:id="rId4" action="ppaction://hlinksldjump"/>
          </p:cNvPr>
          <p:cNvSpPr/>
          <p:nvPr/>
        </p:nvSpPr>
        <p:spPr>
          <a:xfrm>
            <a:off x="8472264" y="6093296"/>
            <a:ext cx="1440160" cy="648072"/>
          </a:xfrm>
          <a:prstGeom prst="lef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solidFill>
                <a:srgbClr val="00B0F0"/>
              </a:solidFill>
            </a:endParaRPr>
          </a:p>
        </p:txBody>
      </p:sp>
      <p:sp>
        <p:nvSpPr>
          <p:cNvPr id="8" name="Subtitle 2"/>
          <p:cNvSpPr txBox="1">
            <a:spLocks/>
          </p:cNvSpPr>
          <p:nvPr/>
        </p:nvSpPr>
        <p:spPr>
          <a:xfrm>
            <a:off x="1692078" y="6309321"/>
            <a:ext cx="1163563" cy="314423"/>
          </a:xfrm>
          <a:prstGeom prst="rect">
            <a:avLst/>
          </a:prstGeom>
        </p:spPr>
        <p:txBody>
          <a:bodyPr vert="horz" lIns="91440" tIns="45720" rIns="91440" bIns="45720" rtlCol="0">
            <a:normAutofit fontScale="77500" lnSpcReduction="2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vi-VN" b="1">
                <a:solidFill>
                  <a:srgbClr val="FF0000"/>
                </a:solidFill>
              </a:rPr>
              <a:t>Slide 3</a:t>
            </a:r>
          </a:p>
          <a:p>
            <a:pPr marL="0" indent="0">
              <a:buNone/>
            </a:pPr>
            <a:endParaRPr lang="vi-VN" b="1">
              <a:solidFill>
                <a:srgbClr val="FF0000"/>
              </a:solidFill>
            </a:endParaRPr>
          </a:p>
        </p:txBody>
      </p:sp>
    </p:spTree>
    <p:extLst>
      <p:ext uri="{BB962C8B-B14F-4D97-AF65-F5344CB8AC3E}">
        <p14:creationId xmlns:p14="http://schemas.microsoft.com/office/powerpoint/2010/main" val="211562169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4" name="Rectangle 3"/>
          <p:cNvSpPr/>
          <p:nvPr/>
        </p:nvSpPr>
        <p:spPr>
          <a:xfrm>
            <a:off x="1516863" y="2967335"/>
            <a:ext cx="10000882" cy="923330"/>
          </a:xfrm>
          <a:prstGeom prst="rect">
            <a:avLst/>
          </a:prstGeom>
          <a:noFill/>
        </p:spPr>
        <p:txBody>
          <a:bodyPr wrap="square" lIns="91440" tIns="45720" rIns="91440" bIns="45720">
            <a:spAutoFit/>
          </a:bodyPr>
          <a:lstStyle/>
          <a:p>
            <a:pPr algn="ctr"/>
            <a:r>
              <a:rPr lang="vi-VN" sz="5400" b="1" cap="all">
                <a:ln w="9000" cmpd="sng">
                  <a:solidFill>
                    <a:schemeClr val="accent4">
                      <a:shade val="50000"/>
                      <a:satMod val="120000"/>
                    </a:schemeClr>
                  </a:solidFill>
                  <a:prstDash val="solid"/>
                </a:ln>
                <a:solidFill>
                  <a:srgbClr val="00B0F0"/>
                </a:solidFill>
                <a:effectLst>
                  <a:reflection blurRad="12700" stA="28000" endPos="45000" dist="1000" dir="5400000" sy="-100000" algn="bl" rotWithShape="0"/>
                </a:effectLst>
              </a:rPr>
              <a:t>Chúc quý khách vui vẻ</a:t>
            </a:r>
          </a:p>
        </p:txBody>
      </p:sp>
      <p:sp>
        <p:nvSpPr>
          <p:cNvPr id="6" name="Subtitle 2"/>
          <p:cNvSpPr txBox="1">
            <a:spLocks/>
          </p:cNvSpPr>
          <p:nvPr/>
        </p:nvSpPr>
        <p:spPr>
          <a:xfrm>
            <a:off x="1692077" y="6462138"/>
            <a:ext cx="1163563" cy="314423"/>
          </a:xfrm>
          <a:prstGeom prst="rect">
            <a:avLst/>
          </a:prstGeom>
        </p:spPr>
        <p:txBody>
          <a:bodyPr vert="horz" lIns="91440" tIns="45720" rIns="91440" bIns="45720" rtlCol="0">
            <a:normAutofit fontScale="77500" lnSpcReduction="2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vi-VN" b="1">
                <a:solidFill>
                  <a:srgbClr val="FF0000"/>
                </a:solidFill>
              </a:rPr>
              <a:t>Slide 4</a:t>
            </a:r>
          </a:p>
          <a:p>
            <a:pPr marL="0" indent="0">
              <a:buNone/>
            </a:pPr>
            <a:endParaRPr lang="vi-VN" b="1">
              <a:solidFill>
                <a:srgbClr val="FF0000"/>
              </a:solidFill>
            </a:endParaRPr>
          </a:p>
        </p:txBody>
      </p:sp>
    </p:spTree>
    <p:extLst>
      <p:ext uri="{BB962C8B-B14F-4D97-AF65-F5344CB8AC3E}">
        <p14:creationId xmlns:p14="http://schemas.microsoft.com/office/powerpoint/2010/main" val="335402089"/>
      </p:ext>
    </p:extLst>
  </p:cSld>
  <p:clrMapOvr>
    <a:overrideClrMapping bg1="lt1" tx1="dk1" bg2="lt2" tx2="dk2" accent1="accent1" accent2="accent2" accent3="accent3" accent4="accent4" accent5="accent5" accent6="accent6" hlink="hlink" folHlink="folHlink"/>
  </p:clrMapOvr>
  <p:transition spd="slow">
    <p:randomBar dir="ver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Override1.xml><?xml version="1.0" encoding="utf-8"?>
<a:themeOverride xmlns:a="http://schemas.openxmlformats.org/drawingml/2006/main">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themeOverride>
</file>

<file path=ppt/theme/themeOverride2.xml><?xml version="1.0" encoding="utf-8"?>
<a:themeOverride xmlns:a="http://schemas.openxmlformats.org/drawingml/2006/main">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themeOverride>
</file>

<file path=ppt/theme/themeOverride3.xml><?xml version="1.0" encoding="utf-8"?>
<a:themeOverride xmlns:a="http://schemas.openxmlformats.org/drawingml/2006/main">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themeOverride>
</file>

<file path=ppt/theme/themeOverride4.xml><?xml version="1.0" encoding="utf-8"?>
<a:themeOverride xmlns:a="http://schemas.openxmlformats.org/drawingml/2006/main">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themeOverride>
</file>

<file path=docProps/app.xml><?xml version="1.0" encoding="utf-8"?>
<Properties xmlns="http://schemas.openxmlformats.org/officeDocument/2006/extended-properties" xmlns:vt="http://schemas.openxmlformats.org/officeDocument/2006/docPropsVTypes">
  <Template/>
  <TotalTime>2</TotalTime>
  <Words>107</Words>
  <Application>Microsoft Office PowerPoint</Application>
  <PresentationFormat>Widescreen</PresentationFormat>
  <Paragraphs>12</Paragraphs>
  <Slides>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Arial</vt:lpstr>
      <vt:lpstr>Century Gothic</vt:lpstr>
      <vt:lpstr>Tahoma</vt:lpstr>
      <vt:lpstr>Wingdings</vt:lpstr>
      <vt:lpstr>Wingdings 3</vt:lpstr>
      <vt:lpstr>Wisp</vt:lpstr>
      <vt:lpstr>Giới thiệu du lịch tỉnh khánh hòa</vt:lpstr>
      <vt:lpstr>Một số điểm du lịch nổi tiếng</vt:lpstr>
      <vt:lpstr>Giới thiệu về đảo hoa lan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Giới thiệu du lịch tỉnh khánh hòa</dc:title>
  <dc:creator>Administrator</dc:creator>
  <cp:lastModifiedBy>PC</cp:lastModifiedBy>
  <cp:revision>5</cp:revision>
  <dcterms:created xsi:type="dcterms:W3CDTF">2023-10-22T00:25:23Z</dcterms:created>
  <dcterms:modified xsi:type="dcterms:W3CDTF">2026-05-10T07:39:08Z</dcterms:modified>
</cp:coreProperties>
</file>