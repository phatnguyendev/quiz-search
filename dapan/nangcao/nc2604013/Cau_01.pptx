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12192000" cy="6858000"/>
  <p:notesSz cx="6858000" cy="9144000"/>
  <p:custShowLst>
    <p:custShow name="Custom Show 1" id="0">
      <p:sldLst>
        <p:sld r:id="rId3"/>
        <p:sld r:id="rId4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9737830446627744E-2"/>
          <c:y val="8.9092022078492733E-2"/>
          <c:w val="0.84052433910674451"/>
          <c:h val="0.76916610671960461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649-431A-9536-7D4D8B6C48F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A649-431A-9536-7D4D8B6C48FA}"/>
              </c:ext>
            </c:extLst>
          </c:dPt>
          <c:dPt>
            <c:idx val="2"/>
            <c:bubble3D val="0"/>
            <c:explosion val="15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649-431A-9536-7D4D8B6C48F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A649-431A-9536-7D4D8B6C48FA}"/>
              </c:ext>
            </c:extLst>
          </c:dPt>
          <c:dLbls>
            <c:dLbl>
              <c:idx val="0"/>
              <c:layout>
                <c:manualLayout>
                  <c:x val="-9.8700541359866667E-2"/>
                  <c:y val="7.343134390801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A649-431A-9536-7D4D8B6C48FA}"/>
                </c:ext>
              </c:extLst>
            </c:dLbl>
            <c:dLbl>
              <c:idx val="1"/>
              <c:layout>
                <c:manualLayout>
                  <c:x val="-0.14242979059924452"/>
                  <c:y val="-0.1534279556208196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9729368189737168E-2"/>
                      <c:h val="5.619149506696019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A649-431A-9536-7D4D8B6C48FA}"/>
                </c:ext>
              </c:extLst>
            </c:dLbl>
            <c:dLbl>
              <c:idx val="2"/>
              <c:layout>
                <c:manualLayout>
                  <c:x val="0.11641408841145867"/>
                  <c:y val="-0.2335179482333939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A649-431A-9536-7D4D8B6C48FA}"/>
                </c:ext>
              </c:extLst>
            </c:dLbl>
            <c:dLbl>
              <c:idx val="3"/>
              <c:layout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A649-431A-9536-7D4D8B6C48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Quý 1</c:v>
                </c:pt>
                <c:pt idx="1">
                  <c:v>Quý 2</c:v>
                </c:pt>
                <c:pt idx="2">
                  <c:v>Quý 3</c:v>
                </c:pt>
                <c:pt idx="3">
                  <c:v>Quý 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</c:v>
                </c:pt>
                <c:pt idx="1">
                  <c:v>0.22</c:v>
                </c:pt>
                <c:pt idx="2">
                  <c:v>0.31</c:v>
                </c:pt>
                <c:pt idx="3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49-431A-9536-7D4D8B6C48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CB1D12-8C61-4E0E-AB82-FA3FABAC0DB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18902-1F71-4755-9863-081742C1E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6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0457" y="3610746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fld id="{3A7274D6-7D17-48C3-9B7F-E624F1DDE9E1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HÀ NỘI NGÀN NĂM VĂN HIẾN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63596A07-E364-4A0A-983B-0845AB9A0CF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2" y="0"/>
            <a:ext cx="1234441" cy="123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3371" y="106137"/>
            <a:ext cx="9144000" cy="877932"/>
          </a:xfrm>
        </p:spPr>
        <p:txBody>
          <a:bodyPr anchor="b">
            <a:noAutofit/>
          </a:bodyPr>
          <a:lstStyle>
            <a:lvl1pPr algn="ctr">
              <a:defRPr sz="4400" b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0457" y="3610746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 b="1">
                <a:solidFill>
                  <a:srgbClr val="FF0000"/>
                </a:solidFill>
              </a:defRPr>
            </a:lvl1pPr>
          </a:lstStyle>
          <a:p>
            <a:fld id="{4B705297-F186-4D20-AD58-E2A0BAFB19F0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HÀ NỘI NGÀN NĂM VĂN HIẾN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63596A07-E364-4A0A-983B-0845AB9A0CF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323703" y="984069"/>
            <a:ext cx="1086829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6222275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2" y="0"/>
            <a:ext cx="1234441" cy="123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32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4A98-A000-48DE-9116-E934FFF27517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40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B8B98-44DB-413F-9109-8A1D80B619A6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852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30F4-3C1F-469E-8BA7-63884D781A93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5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91F9-7A49-40D3-ABEC-6746B03F43FF}" type="datetime1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14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3D2B-013E-4679-A839-483318C58579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34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FD90-5C1A-45BB-B0F9-5D9EAE58BD8C}" type="datetime1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31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DF97E-1B23-4C53-B64A-004E2203FCF8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58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2FB22-7558-4975-95BC-1A00029BF016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9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B6CA0-CA93-4CD6-ABCD-6223D456C58E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37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7FE44-E766-46FC-9BDB-DFA279909057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66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79263-22F0-4F2A-AE40-B7C82C2E3BD2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36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5672" y="1200728"/>
            <a:ext cx="8370783" cy="738908"/>
          </a:xfrm>
        </p:spPr>
        <p:txBody>
          <a:bodyPr>
            <a:prstTxWarp prst="textWave4">
              <a:avLst/>
            </a:prstTxWarp>
            <a:noAutofit/>
          </a:bodyPr>
          <a:lstStyle/>
          <a:p>
            <a:r>
              <a:rPr lang="en-US" sz="2000" b="1" dirty="0" smtClean="0">
                <a:ln w="9525">
                  <a:solidFill>
                    <a:srgbClr val="002060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THỦ ĐÔ HÀ NỘI</a:t>
            </a:r>
            <a:endParaRPr lang="en-US" sz="2000" b="1" dirty="0">
              <a:ln w="9525">
                <a:solidFill>
                  <a:srgbClr val="002060"/>
                </a:solidFill>
                <a:prstDash val="solid"/>
              </a:ln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Hà Nội">
            <a:hlinkClick r:id="" action="ppaction://customshow?id=0&amp;return=true"/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813" y="2128511"/>
            <a:ext cx="6286500" cy="39528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2639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0"/>
    </mc:Choice>
    <mc:Fallback xmlns="">
      <p:transition spd="slow" advClick="0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 smtClean="0"/>
              <a:t>MỘT SỐ ĐỊA ĐIỂM NỔI TIẾNG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F6F6-8051-4845-8B7F-DCDD5B3E9548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CHÙA MỘT CỘ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0384" y="3500113"/>
            <a:ext cx="2695575" cy="1695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HOÀN KIỂM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33438"/>
            <a:ext cx="259080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VĂN MIẾU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325" y="3500113"/>
            <a:ext cx="2705100" cy="16954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N HOÀN KIỂM"/>
          <p:cNvSpPr/>
          <p:nvPr/>
        </p:nvSpPr>
        <p:spPr>
          <a:xfrm>
            <a:off x="932873" y="2272651"/>
            <a:ext cx="2496127" cy="581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HỒ HOÀN KIẾM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N VĂN MIẾU"/>
          <p:cNvSpPr/>
          <p:nvPr/>
        </p:nvSpPr>
        <p:spPr>
          <a:xfrm>
            <a:off x="4378570" y="2263920"/>
            <a:ext cx="3774830" cy="581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 MIẾU QUỐC TỬ GIÁM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N CHÙA MỘT CỘT"/>
          <p:cNvSpPr/>
          <p:nvPr/>
        </p:nvSpPr>
        <p:spPr>
          <a:xfrm>
            <a:off x="8970384" y="2272651"/>
            <a:ext cx="2496127" cy="581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CHÙA MỘT CỘT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36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3371" y="50721"/>
            <a:ext cx="9144000" cy="877932"/>
          </a:xfrm>
        </p:spPr>
        <p:txBody>
          <a:bodyPr/>
          <a:lstStyle/>
          <a:p>
            <a:r>
              <a:rPr lang="en-US" sz="4000" dirty="0" smtClean="0"/>
              <a:t>MỘT SỐ DANH LAM THẮNG CẢNH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8256-FAC6-4549-BDE7-57450D683D7E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589546" y="1585601"/>
            <a:ext cx="9795753" cy="71012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947144" y="1592805"/>
            <a:ext cx="7955604" cy="71012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Tháp Rùa – Hồ Hoàn Kiếm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89546" y="2846681"/>
            <a:ext cx="9795753" cy="71012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947144" y="2849795"/>
            <a:ext cx="7955604" cy="71012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Đền Ngọc Sơn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589546" y="4052564"/>
            <a:ext cx="9795753" cy="71012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987569" y="4050753"/>
            <a:ext cx="7955604" cy="71012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Nhà Hát Lớn Hà Nội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58047" y="5272379"/>
            <a:ext cx="9795753" cy="7101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hlinkClick r:id="rId2" action="ppaction://hlinksldjump"/>
          </p:cNvPr>
          <p:cNvSpPr/>
          <p:nvPr/>
        </p:nvSpPr>
        <p:spPr>
          <a:xfrm>
            <a:off x="1987569" y="5247848"/>
            <a:ext cx="7955604" cy="71012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Hoàng Thành Thăng Long – Cột cờ Hà Nội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719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 smtClean="0"/>
              <a:t>TĂNG TRƯỞNG KINH TẾ 2024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0A2C-2BF4-4EFF-A97E-54E93EC736B5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1415742690"/>
              </p:ext>
            </p:extLst>
          </p:nvPr>
        </p:nvGraphicFramePr>
        <p:xfrm>
          <a:off x="2032000" y="719666"/>
          <a:ext cx="810422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1517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Chart bld="category"/>
        </p:bldSub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83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  <vt:variant>
        <vt:lpstr>Custom Shows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MỘT SỐ ĐỊA ĐIỂM NỔI TIẾNG</vt:lpstr>
      <vt:lpstr>MỘT SỐ DANH LAM THẮNG CẢNH</vt:lpstr>
      <vt:lpstr>TĂNG TRƯỞNG KINH TẾ 2024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PC</cp:lastModifiedBy>
  <cp:revision>18</cp:revision>
  <dcterms:created xsi:type="dcterms:W3CDTF">2025-08-29T01:13:40Z</dcterms:created>
  <dcterms:modified xsi:type="dcterms:W3CDTF">2026-04-04T22:46:17Z</dcterms:modified>
</cp:coreProperties>
</file>